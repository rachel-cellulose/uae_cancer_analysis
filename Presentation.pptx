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9144000" cy="5143500" type="screen16x9"/>
  <p:notesSz cx="6858000" cy="9144000"/>
  <p:embeddedFontLst>
    <p:embeddedFont>
      <p:font typeface="Calibri" panose="020F0502020204030204" pitchFamily="34" charset="0"/>
      <p:regular r:id="rId14"/>
      <p:bold r:id="rId15"/>
      <p:italic r:id="rId16"/>
      <p:boldItalic r:id="rId17"/>
    </p:embeddedFont>
    <p:embeddedFont>
      <p:font typeface="Georgia" panose="02040502050405020303" pitchFamily="18" charset="0"/>
      <p:regular r:id="rId18"/>
      <p:bold r:id="rId19"/>
      <p:italic r:id="rId20"/>
      <p:boldItalic r:id="rId21"/>
    </p:embeddedFont>
    <p:embeddedFont>
      <p:font typeface="Nunito" panose="020B0604020202020204" charset="0"/>
      <p:regular r:id="rId22"/>
      <p:bold r:id="rId23"/>
      <p:italic r:id="rId24"/>
      <p:boldItalic r:id="rId25"/>
    </p:embeddedFont>
    <p:embeddedFont>
      <p:font typeface="Pacifico" panose="020B0604020202020204" charset="0"/>
      <p:regular r:id="rId2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8" d="100"/>
          <a:sy n="108" d="100"/>
        </p:scale>
        <p:origin x="730" y="82"/>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font" Target="fonts/font5.fntdata"/><Relationship Id="rId26" Type="http://schemas.openxmlformats.org/officeDocument/2006/relationships/font" Target="fonts/font13.fntdata"/><Relationship Id="rId3" Type="http://schemas.openxmlformats.org/officeDocument/2006/relationships/slide" Target="slides/slide2.xml"/><Relationship Id="rId21" Type="http://schemas.openxmlformats.org/officeDocument/2006/relationships/font" Target="fonts/font8.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5" Type="http://schemas.openxmlformats.org/officeDocument/2006/relationships/font" Target="fonts/font12.fntdata"/><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font" Target="fonts/font7.fntdata"/><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1.fntdata"/><Relationship Id="rId5" Type="http://schemas.openxmlformats.org/officeDocument/2006/relationships/slide" Target="slides/slide4.xml"/><Relationship Id="rId15" Type="http://schemas.openxmlformats.org/officeDocument/2006/relationships/font" Target="fonts/font2.fntdata"/><Relationship Id="rId23" Type="http://schemas.openxmlformats.org/officeDocument/2006/relationships/font" Target="fonts/font10.fntdata"/><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font" Target="fonts/font9.fntdata"/><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p: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6" name="Google Shape;126;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g353edd34d20_0_24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2" name="Google Shape;132;g353edd34d20_0_2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g353edd34d20_0_32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 name="Google Shape;138;g353edd34d20_0_3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g353edd34d20_0_38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4" name="Google Shape;144;g353edd34d20_0_3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g353edd34d20_0_38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0" name="Google Shape;150;g353edd34d20_0_3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g353edd34d20_0_37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6" name="Google Shape;156;g353edd34d20_0_3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g353edd34d20_0_33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2" name="Google Shape;162;g353edd34d20_0_3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353edd34d20_0_34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8" name="Google Shape;168;g353edd34d20_0_3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353edd34d20_0_36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4" name="Google Shape;174;g353edd34d20_0_3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g353edd34d20_0_36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0" name="Google Shape;180;g353edd34d20_0_3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g353edd34d20_0_40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6" name="Google Shape;186;g353edd34d20_0_4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accent6"/>
        </a:solidFill>
        <a:effectLst/>
      </p:bgPr>
    </p:bg>
    <p:spTree>
      <p:nvGrpSpPr>
        <p:cNvPr id="1" name="Shape 9"/>
        <p:cNvGrpSpPr/>
        <p:nvPr/>
      </p:nvGrpSpPr>
      <p:grpSpPr>
        <a:xfrm>
          <a:off x="0" y="0"/>
          <a:ext cx="0" cy="0"/>
          <a:chOff x="0" y="0"/>
          <a:chExt cx="0" cy="0"/>
        </a:xfrm>
      </p:grpSpPr>
      <p:sp>
        <p:nvSpPr>
          <p:cNvPr id="10" name="Google Shape;10;p2"/>
          <p:cNvSpPr/>
          <p:nvPr/>
        </p:nvSpPr>
        <p:spPr>
          <a:xfrm>
            <a:off x="31" y="2824500"/>
            <a:ext cx="7370400" cy="23190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p2"/>
          <p:cNvSpPr/>
          <p:nvPr/>
        </p:nvSpPr>
        <p:spPr>
          <a:xfrm flipH="1">
            <a:off x="3582600" y="1550700"/>
            <a:ext cx="5561400" cy="3592800"/>
          </a:xfrm>
          <a:prstGeom prst="rtTriangl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p:nvPr/>
        </p:nvSpPr>
        <p:spPr>
          <a:xfrm rot="10800000">
            <a:off x="5058905" y="0"/>
            <a:ext cx="4085100" cy="2052600"/>
          </a:xfrm>
          <a:prstGeom prst="rtTriangl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a:off x="203275" y="206250"/>
            <a:ext cx="8737500" cy="4731000"/>
          </a:xfrm>
          <a:prstGeom prst="rect">
            <a:avLst/>
          </a:prstGeom>
          <a:solidFill>
            <a:schemeClr val="dk1"/>
          </a:solidFill>
          <a:ln>
            <a:noFill/>
          </a:ln>
          <a:effectLst>
            <a:outerShdw blurRad="228600" sx="101000" sy="101000" algn="ctr" rotWithShape="0">
              <a:srgbClr val="000000">
                <a:alpha val="4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 name="Google Shape;14;p2"/>
          <p:cNvGrpSpPr/>
          <p:nvPr/>
        </p:nvGrpSpPr>
        <p:grpSpPr>
          <a:xfrm>
            <a:off x="255200" y="592"/>
            <a:ext cx="2250363" cy="1044300"/>
            <a:chOff x="255200" y="592"/>
            <a:chExt cx="2250363" cy="1044300"/>
          </a:xfrm>
        </p:grpSpPr>
        <p:sp>
          <p:nvSpPr>
            <p:cNvPr id="15" name="Google Shape;15;p2"/>
            <p:cNvSpPr/>
            <p:nvPr/>
          </p:nvSpPr>
          <p:spPr>
            <a:xfrm>
              <a:off x="764063" y="592"/>
              <a:ext cx="1741500" cy="1044300"/>
            </a:xfrm>
            <a:prstGeom prst="parallelogram">
              <a:avLst>
                <a:gd name="adj" fmla="val 153193"/>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a:off x="509632" y="592"/>
              <a:ext cx="1741500" cy="1044300"/>
            </a:xfrm>
            <a:prstGeom prst="parallelogram">
              <a:avLst>
                <a:gd name="adj" fmla="val 153193"/>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a:off x="255200" y="592"/>
              <a:ext cx="1741500" cy="1044300"/>
            </a:xfrm>
            <a:prstGeom prst="parallelogram">
              <a:avLst>
                <a:gd name="adj" fmla="val 153193"/>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 name="Google Shape;18;p2"/>
          <p:cNvGrpSpPr/>
          <p:nvPr/>
        </p:nvGrpSpPr>
        <p:grpSpPr>
          <a:xfrm>
            <a:off x="905395" y="592"/>
            <a:ext cx="2250363" cy="1044300"/>
            <a:chOff x="905395" y="592"/>
            <a:chExt cx="2250363" cy="1044300"/>
          </a:xfrm>
        </p:grpSpPr>
        <p:sp>
          <p:nvSpPr>
            <p:cNvPr id="19" name="Google Shape;19;p2"/>
            <p:cNvSpPr/>
            <p:nvPr/>
          </p:nvSpPr>
          <p:spPr>
            <a:xfrm>
              <a:off x="1414258" y="592"/>
              <a:ext cx="1741500" cy="1044300"/>
            </a:xfrm>
            <a:prstGeom prst="parallelogram">
              <a:avLst>
                <a:gd name="adj" fmla="val 153193"/>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2"/>
            <p:cNvSpPr/>
            <p:nvPr/>
          </p:nvSpPr>
          <p:spPr>
            <a:xfrm>
              <a:off x="1159826" y="592"/>
              <a:ext cx="1741500" cy="1044300"/>
            </a:xfrm>
            <a:prstGeom prst="parallelogram">
              <a:avLst>
                <a:gd name="adj" fmla="val 153193"/>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2"/>
            <p:cNvSpPr/>
            <p:nvPr/>
          </p:nvSpPr>
          <p:spPr>
            <a:xfrm>
              <a:off x="905395" y="592"/>
              <a:ext cx="1741500" cy="1044300"/>
            </a:xfrm>
            <a:prstGeom prst="parallelogram">
              <a:avLst>
                <a:gd name="adj" fmla="val 153193"/>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 name="Google Shape;22;p2"/>
          <p:cNvGrpSpPr/>
          <p:nvPr/>
        </p:nvGrpSpPr>
        <p:grpSpPr>
          <a:xfrm>
            <a:off x="7057468" y="5088"/>
            <a:ext cx="1851282" cy="752108"/>
            <a:chOff x="6917201" y="0"/>
            <a:chExt cx="2227777" cy="863400"/>
          </a:xfrm>
        </p:grpSpPr>
        <p:sp>
          <p:nvSpPr>
            <p:cNvPr id="23" name="Google Shape;23;p2"/>
            <p:cNvSpPr/>
            <p:nvPr/>
          </p:nvSpPr>
          <p:spPr>
            <a:xfrm>
              <a:off x="7641677"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2"/>
            <p:cNvSpPr/>
            <p:nvPr/>
          </p:nvSpPr>
          <p:spPr>
            <a:xfrm>
              <a:off x="7279439"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2"/>
            <p:cNvSpPr/>
            <p:nvPr/>
          </p:nvSpPr>
          <p:spPr>
            <a:xfrm>
              <a:off x="6917201"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 name="Google Shape;26;p2"/>
          <p:cNvGrpSpPr/>
          <p:nvPr/>
        </p:nvGrpSpPr>
        <p:grpSpPr>
          <a:xfrm>
            <a:off x="6553032" y="4217852"/>
            <a:ext cx="2389068" cy="925737"/>
            <a:chOff x="6917201" y="0"/>
            <a:chExt cx="2227777" cy="863400"/>
          </a:xfrm>
        </p:grpSpPr>
        <p:sp>
          <p:nvSpPr>
            <p:cNvPr id="27" name="Google Shape;27;p2"/>
            <p:cNvSpPr/>
            <p:nvPr/>
          </p:nvSpPr>
          <p:spPr>
            <a:xfrm>
              <a:off x="7641677" y="0"/>
              <a:ext cx="1503300" cy="863400"/>
            </a:xfrm>
            <a:prstGeom prst="parallelogram">
              <a:avLst>
                <a:gd name="adj" fmla="val 158024"/>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2"/>
            <p:cNvSpPr/>
            <p:nvPr/>
          </p:nvSpPr>
          <p:spPr>
            <a:xfrm>
              <a:off x="7279439" y="0"/>
              <a:ext cx="1503300" cy="863400"/>
            </a:xfrm>
            <a:prstGeom prst="parallelogram">
              <a:avLst>
                <a:gd name="adj" fmla="val 158024"/>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2"/>
            <p:cNvSpPr/>
            <p:nvPr/>
          </p:nvSpPr>
          <p:spPr>
            <a:xfrm>
              <a:off x="6917201" y="0"/>
              <a:ext cx="1503300" cy="863400"/>
            </a:xfrm>
            <a:prstGeom prst="parallelogram">
              <a:avLst>
                <a:gd name="adj" fmla="val 158024"/>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 name="Google Shape;30;p2"/>
          <p:cNvGrpSpPr/>
          <p:nvPr/>
        </p:nvGrpSpPr>
        <p:grpSpPr>
          <a:xfrm>
            <a:off x="199149" y="4055652"/>
            <a:ext cx="2795414" cy="1083308"/>
            <a:chOff x="6917201" y="0"/>
            <a:chExt cx="2227777" cy="863400"/>
          </a:xfrm>
        </p:grpSpPr>
        <p:sp>
          <p:nvSpPr>
            <p:cNvPr id="31" name="Google Shape;31;p2"/>
            <p:cNvSpPr/>
            <p:nvPr/>
          </p:nvSpPr>
          <p:spPr>
            <a:xfrm>
              <a:off x="7641677" y="0"/>
              <a:ext cx="1503300" cy="863400"/>
            </a:xfrm>
            <a:prstGeom prst="parallelogram">
              <a:avLst>
                <a:gd name="adj" fmla="val 158024"/>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2"/>
            <p:cNvSpPr/>
            <p:nvPr/>
          </p:nvSpPr>
          <p:spPr>
            <a:xfrm>
              <a:off x="7279439" y="0"/>
              <a:ext cx="1503300" cy="863400"/>
            </a:xfrm>
            <a:prstGeom prst="parallelogram">
              <a:avLst>
                <a:gd name="adj" fmla="val 158024"/>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2"/>
            <p:cNvSpPr/>
            <p:nvPr/>
          </p:nvSpPr>
          <p:spPr>
            <a:xfrm>
              <a:off x="6917201" y="0"/>
              <a:ext cx="1503300" cy="863400"/>
            </a:xfrm>
            <a:prstGeom prst="parallelogram">
              <a:avLst>
                <a:gd name="adj" fmla="val 158024"/>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4" name="Google Shape;34;p2"/>
          <p:cNvSpPr txBox="1">
            <a:spLocks noGrp="1"/>
          </p:cNvSpPr>
          <p:nvPr>
            <p:ph type="ctrTitle"/>
          </p:nvPr>
        </p:nvSpPr>
        <p:spPr>
          <a:xfrm>
            <a:off x="1858703" y="1822833"/>
            <a:ext cx="5361300" cy="14481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800"/>
              <a:buNone/>
              <a:defRPr sz="3800"/>
            </a:lvl1pPr>
            <a:lvl2pPr lvl="1" algn="ctr">
              <a:spcBef>
                <a:spcPts val="0"/>
              </a:spcBef>
              <a:spcAft>
                <a:spcPts val="0"/>
              </a:spcAft>
              <a:buSzPts val="3800"/>
              <a:buNone/>
              <a:defRPr sz="3800"/>
            </a:lvl2pPr>
            <a:lvl3pPr lvl="2" algn="ctr">
              <a:spcBef>
                <a:spcPts val="0"/>
              </a:spcBef>
              <a:spcAft>
                <a:spcPts val="0"/>
              </a:spcAft>
              <a:buSzPts val="3800"/>
              <a:buNone/>
              <a:defRPr sz="3800"/>
            </a:lvl3pPr>
            <a:lvl4pPr lvl="3" algn="ctr">
              <a:spcBef>
                <a:spcPts val="0"/>
              </a:spcBef>
              <a:spcAft>
                <a:spcPts val="0"/>
              </a:spcAft>
              <a:buSzPts val="3800"/>
              <a:buNone/>
              <a:defRPr sz="3800"/>
            </a:lvl4pPr>
            <a:lvl5pPr lvl="4" algn="ctr">
              <a:spcBef>
                <a:spcPts val="0"/>
              </a:spcBef>
              <a:spcAft>
                <a:spcPts val="0"/>
              </a:spcAft>
              <a:buSzPts val="3800"/>
              <a:buNone/>
              <a:defRPr sz="3800"/>
            </a:lvl5pPr>
            <a:lvl6pPr lvl="5" algn="ctr">
              <a:spcBef>
                <a:spcPts val="0"/>
              </a:spcBef>
              <a:spcAft>
                <a:spcPts val="0"/>
              </a:spcAft>
              <a:buSzPts val="3800"/>
              <a:buNone/>
              <a:defRPr sz="3800"/>
            </a:lvl6pPr>
            <a:lvl7pPr lvl="6" algn="ctr">
              <a:spcBef>
                <a:spcPts val="0"/>
              </a:spcBef>
              <a:spcAft>
                <a:spcPts val="0"/>
              </a:spcAft>
              <a:buSzPts val="3800"/>
              <a:buNone/>
              <a:defRPr sz="3800"/>
            </a:lvl7pPr>
            <a:lvl8pPr lvl="7" algn="ctr">
              <a:spcBef>
                <a:spcPts val="0"/>
              </a:spcBef>
              <a:spcAft>
                <a:spcPts val="0"/>
              </a:spcAft>
              <a:buSzPts val="3800"/>
              <a:buNone/>
              <a:defRPr sz="3800"/>
            </a:lvl8pPr>
            <a:lvl9pPr lvl="8" algn="ctr">
              <a:spcBef>
                <a:spcPts val="0"/>
              </a:spcBef>
              <a:spcAft>
                <a:spcPts val="0"/>
              </a:spcAft>
              <a:buSzPts val="3800"/>
              <a:buNone/>
              <a:defRPr sz="3800"/>
            </a:lvl9pPr>
          </a:lstStyle>
          <a:p>
            <a:endParaRPr/>
          </a:p>
        </p:txBody>
      </p:sp>
      <p:sp>
        <p:nvSpPr>
          <p:cNvPr id="35" name="Google Shape;35;p2"/>
          <p:cNvSpPr txBox="1">
            <a:spLocks noGrp="1"/>
          </p:cNvSpPr>
          <p:nvPr>
            <p:ph type="subTitle" idx="1"/>
          </p:nvPr>
        </p:nvSpPr>
        <p:spPr>
          <a:xfrm>
            <a:off x="1858700" y="3413158"/>
            <a:ext cx="5361300" cy="52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Clr>
                <a:schemeClr val="lt1"/>
              </a:buClr>
              <a:buSzPts val="1600"/>
              <a:buNone/>
              <a:defRPr sz="1600">
                <a:solidFill>
                  <a:schemeClr val="lt1"/>
                </a:solidFill>
              </a:defRPr>
            </a:lvl1pPr>
            <a:lvl2pPr lvl="1" algn="ctr">
              <a:lnSpc>
                <a:spcPct val="100000"/>
              </a:lnSpc>
              <a:spcBef>
                <a:spcPts val="0"/>
              </a:spcBef>
              <a:spcAft>
                <a:spcPts val="0"/>
              </a:spcAft>
              <a:buClr>
                <a:schemeClr val="lt1"/>
              </a:buClr>
              <a:buSzPts val="1600"/>
              <a:buNone/>
              <a:defRPr sz="1600">
                <a:solidFill>
                  <a:schemeClr val="lt1"/>
                </a:solidFill>
              </a:defRPr>
            </a:lvl2pPr>
            <a:lvl3pPr lvl="2" algn="ctr">
              <a:lnSpc>
                <a:spcPct val="100000"/>
              </a:lnSpc>
              <a:spcBef>
                <a:spcPts val="0"/>
              </a:spcBef>
              <a:spcAft>
                <a:spcPts val="0"/>
              </a:spcAft>
              <a:buClr>
                <a:schemeClr val="lt1"/>
              </a:buClr>
              <a:buSzPts val="1600"/>
              <a:buNone/>
              <a:defRPr sz="1600">
                <a:solidFill>
                  <a:schemeClr val="lt1"/>
                </a:solidFill>
              </a:defRPr>
            </a:lvl3pPr>
            <a:lvl4pPr lvl="3" algn="ctr">
              <a:lnSpc>
                <a:spcPct val="100000"/>
              </a:lnSpc>
              <a:spcBef>
                <a:spcPts val="0"/>
              </a:spcBef>
              <a:spcAft>
                <a:spcPts val="0"/>
              </a:spcAft>
              <a:buClr>
                <a:schemeClr val="lt1"/>
              </a:buClr>
              <a:buSzPts val="1600"/>
              <a:buNone/>
              <a:defRPr sz="1600">
                <a:solidFill>
                  <a:schemeClr val="lt1"/>
                </a:solidFill>
              </a:defRPr>
            </a:lvl4pPr>
            <a:lvl5pPr lvl="4" algn="ctr">
              <a:lnSpc>
                <a:spcPct val="100000"/>
              </a:lnSpc>
              <a:spcBef>
                <a:spcPts val="0"/>
              </a:spcBef>
              <a:spcAft>
                <a:spcPts val="0"/>
              </a:spcAft>
              <a:buClr>
                <a:schemeClr val="lt1"/>
              </a:buClr>
              <a:buSzPts val="1600"/>
              <a:buNone/>
              <a:defRPr sz="1600">
                <a:solidFill>
                  <a:schemeClr val="lt1"/>
                </a:solidFill>
              </a:defRPr>
            </a:lvl5pPr>
            <a:lvl6pPr lvl="5" algn="ctr">
              <a:lnSpc>
                <a:spcPct val="100000"/>
              </a:lnSpc>
              <a:spcBef>
                <a:spcPts val="0"/>
              </a:spcBef>
              <a:spcAft>
                <a:spcPts val="0"/>
              </a:spcAft>
              <a:buClr>
                <a:schemeClr val="lt1"/>
              </a:buClr>
              <a:buSzPts val="1600"/>
              <a:buNone/>
              <a:defRPr sz="1600">
                <a:solidFill>
                  <a:schemeClr val="lt1"/>
                </a:solidFill>
              </a:defRPr>
            </a:lvl6pPr>
            <a:lvl7pPr lvl="6" algn="ctr">
              <a:lnSpc>
                <a:spcPct val="100000"/>
              </a:lnSpc>
              <a:spcBef>
                <a:spcPts val="0"/>
              </a:spcBef>
              <a:spcAft>
                <a:spcPts val="0"/>
              </a:spcAft>
              <a:buClr>
                <a:schemeClr val="lt1"/>
              </a:buClr>
              <a:buSzPts val="1600"/>
              <a:buNone/>
              <a:defRPr sz="1600">
                <a:solidFill>
                  <a:schemeClr val="lt1"/>
                </a:solidFill>
              </a:defRPr>
            </a:lvl7pPr>
            <a:lvl8pPr lvl="7" algn="ctr">
              <a:lnSpc>
                <a:spcPct val="100000"/>
              </a:lnSpc>
              <a:spcBef>
                <a:spcPts val="0"/>
              </a:spcBef>
              <a:spcAft>
                <a:spcPts val="0"/>
              </a:spcAft>
              <a:buClr>
                <a:schemeClr val="lt1"/>
              </a:buClr>
              <a:buSzPts val="1600"/>
              <a:buNone/>
              <a:defRPr sz="1600">
                <a:solidFill>
                  <a:schemeClr val="lt1"/>
                </a:solidFill>
              </a:defRPr>
            </a:lvl8pPr>
            <a:lvl9pPr lvl="8" algn="ctr">
              <a:lnSpc>
                <a:spcPct val="100000"/>
              </a:lnSpc>
              <a:spcBef>
                <a:spcPts val="0"/>
              </a:spcBef>
              <a:spcAft>
                <a:spcPts val="0"/>
              </a:spcAft>
              <a:buClr>
                <a:schemeClr val="lt1"/>
              </a:buClr>
              <a:buSzPts val="1600"/>
              <a:buNone/>
              <a:defRPr sz="1600">
                <a:solidFill>
                  <a:schemeClr val="lt1"/>
                </a:solidFill>
              </a:defRPr>
            </a:lvl9pPr>
          </a:lstStyle>
          <a:p>
            <a:endParaRPr/>
          </a:p>
        </p:txBody>
      </p:sp>
      <p:sp>
        <p:nvSpPr>
          <p:cNvPr id="36" name="Google Shape;36;p2"/>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accent3"/>
        </a:solidFill>
        <a:effectLst/>
      </p:bgPr>
    </p:bg>
    <p:spTree>
      <p:nvGrpSpPr>
        <p:cNvPr id="1" name="Shape 37"/>
        <p:cNvGrpSpPr/>
        <p:nvPr/>
      </p:nvGrpSpPr>
      <p:grpSpPr>
        <a:xfrm>
          <a:off x="0" y="0"/>
          <a:ext cx="0" cy="0"/>
          <a:chOff x="0" y="0"/>
          <a:chExt cx="0" cy="0"/>
        </a:xfrm>
      </p:grpSpPr>
      <p:sp>
        <p:nvSpPr>
          <p:cNvPr id="38" name="Google Shape;38;p3"/>
          <p:cNvSpPr/>
          <p:nvPr/>
        </p:nvSpPr>
        <p:spPr>
          <a:xfrm flipH="1">
            <a:off x="4757100" y="2309400"/>
            <a:ext cx="4386900" cy="2834100"/>
          </a:xfrm>
          <a:prstGeom prst="rtTriangl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9" name="Google Shape;39;p3"/>
          <p:cNvGrpSpPr/>
          <p:nvPr/>
        </p:nvGrpSpPr>
        <p:grpSpPr>
          <a:xfrm>
            <a:off x="5594191" y="3961115"/>
            <a:ext cx="2910145" cy="1182340"/>
            <a:chOff x="6917201" y="0"/>
            <a:chExt cx="2227777" cy="863400"/>
          </a:xfrm>
        </p:grpSpPr>
        <p:sp>
          <p:nvSpPr>
            <p:cNvPr id="40" name="Google Shape;40;p3"/>
            <p:cNvSpPr/>
            <p:nvPr/>
          </p:nvSpPr>
          <p:spPr>
            <a:xfrm>
              <a:off x="7641677" y="0"/>
              <a:ext cx="1503300" cy="863400"/>
            </a:xfrm>
            <a:prstGeom prst="parallelogram">
              <a:avLst>
                <a:gd name="adj" fmla="val 158024"/>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3"/>
            <p:cNvSpPr/>
            <p:nvPr/>
          </p:nvSpPr>
          <p:spPr>
            <a:xfrm>
              <a:off x="7279439" y="0"/>
              <a:ext cx="1503300" cy="863400"/>
            </a:xfrm>
            <a:prstGeom prst="parallelogram">
              <a:avLst>
                <a:gd name="adj" fmla="val 158024"/>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3"/>
            <p:cNvSpPr/>
            <p:nvPr/>
          </p:nvSpPr>
          <p:spPr>
            <a:xfrm>
              <a:off x="6917201" y="0"/>
              <a:ext cx="1503300" cy="863400"/>
            </a:xfrm>
            <a:prstGeom prst="parallelogram">
              <a:avLst>
                <a:gd name="adj" fmla="val 158024"/>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3" name="Google Shape;43;p3"/>
          <p:cNvGrpSpPr/>
          <p:nvPr/>
        </p:nvGrpSpPr>
        <p:grpSpPr>
          <a:xfrm>
            <a:off x="199149" y="2"/>
            <a:ext cx="2795414" cy="1083308"/>
            <a:chOff x="6917201" y="0"/>
            <a:chExt cx="2227777" cy="863400"/>
          </a:xfrm>
        </p:grpSpPr>
        <p:sp>
          <p:nvSpPr>
            <p:cNvPr id="44" name="Google Shape;44;p3"/>
            <p:cNvSpPr/>
            <p:nvPr/>
          </p:nvSpPr>
          <p:spPr>
            <a:xfrm>
              <a:off x="7641677"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3"/>
            <p:cNvSpPr/>
            <p:nvPr/>
          </p:nvSpPr>
          <p:spPr>
            <a:xfrm>
              <a:off x="7279439"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3"/>
            <p:cNvSpPr/>
            <p:nvPr/>
          </p:nvSpPr>
          <p:spPr>
            <a:xfrm>
              <a:off x="6917201"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7" name="Google Shape;47;p3"/>
          <p:cNvSpPr txBox="1">
            <a:spLocks noGrp="1"/>
          </p:cNvSpPr>
          <p:nvPr>
            <p:ph type="title"/>
          </p:nvPr>
        </p:nvSpPr>
        <p:spPr>
          <a:xfrm>
            <a:off x="1888684" y="1746100"/>
            <a:ext cx="5377500" cy="1646100"/>
          </a:xfrm>
          <a:prstGeom prst="rect">
            <a:avLst/>
          </a:prstGeom>
        </p:spPr>
        <p:txBody>
          <a:bodyPr spcFirstLastPara="1" wrap="square" lIns="91425" tIns="91425" rIns="91425" bIns="91425" anchor="ctr" anchorCtr="0">
            <a:normAutofit/>
          </a:bodyPr>
          <a:lstStyle>
            <a:lvl1pPr lvl="0" algn="ctr">
              <a:spcBef>
                <a:spcPts val="0"/>
              </a:spcBef>
              <a:spcAft>
                <a:spcPts val="0"/>
              </a:spcAft>
              <a:buClr>
                <a:schemeClr val="dk2"/>
              </a:buClr>
              <a:buSzPts val="3200"/>
              <a:buNone/>
              <a:defRPr sz="3200">
                <a:solidFill>
                  <a:schemeClr val="dk2"/>
                </a:solidFill>
              </a:defRPr>
            </a:lvl1pPr>
            <a:lvl2pPr lvl="1" algn="ctr">
              <a:spcBef>
                <a:spcPts val="0"/>
              </a:spcBef>
              <a:spcAft>
                <a:spcPts val="0"/>
              </a:spcAft>
              <a:buClr>
                <a:schemeClr val="dk2"/>
              </a:buClr>
              <a:buSzPts val="3200"/>
              <a:buNone/>
              <a:defRPr sz="3200">
                <a:solidFill>
                  <a:schemeClr val="dk2"/>
                </a:solidFill>
              </a:defRPr>
            </a:lvl2pPr>
            <a:lvl3pPr lvl="2" algn="ctr">
              <a:spcBef>
                <a:spcPts val="0"/>
              </a:spcBef>
              <a:spcAft>
                <a:spcPts val="0"/>
              </a:spcAft>
              <a:buClr>
                <a:schemeClr val="dk2"/>
              </a:buClr>
              <a:buSzPts val="3200"/>
              <a:buNone/>
              <a:defRPr sz="3200">
                <a:solidFill>
                  <a:schemeClr val="dk2"/>
                </a:solidFill>
              </a:defRPr>
            </a:lvl3pPr>
            <a:lvl4pPr lvl="3" algn="ctr">
              <a:spcBef>
                <a:spcPts val="0"/>
              </a:spcBef>
              <a:spcAft>
                <a:spcPts val="0"/>
              </a:spcAft>
              <a:buClr>
                <a:schemeClr val="dk2"/>
              </a:buClr>
              <a:buSzPts val="3200"/>
              <a:buNone/>
              <a:defRPr sz="3200">
                <a:solidFill>
                  <a:schemeClr val="dk2"/>
                </a:solidFill>
              </a:defRPr>
            </a:lvl4pPr>
            <a:lvl5pPr lvl="4" algn="ctr">
              <a:spcBef>
                <a:spcPts val="0"/>
              </a:spcBef>
              <a:spcAft>
                <a:spcPts val="0"/>
              </a:spcAft>
              <a:buClr>
                <a:schemeClr val="dk2"/>
              </a:buClr>
              <a:buSzPts val="3200"/>
              <a:buNone/>
              <a:defRPr sz="3200">
                <a:solidFill>
                  <a:schemeClr val="dk2"/>
                </a:solidFill>
              </a:defRPr>
            </a:lvl5pPr>
            <a:lvl6pPr lvl="5" algn="ctr">
              <a:spcBef>
                <a:spcPts val="0"/>
              </a:spcBef>
              <a:spcAft>
                <a:spcPts val="0"/>
              </a:spcAft>
              <a:buClr>
                <a:schemeClr val="dk2"/>
              </a:buClr>
              <a:buSzPts val="3200"/>
              <a:buNone/>
              <a:defRPr sz="3200">
                <a:solidFill>
                  <a:schemeClr val="dk2"/>
                </a:solidFill>
              </a:defRPr>
            </a:lvl6pPr>
            <a:lvl7pPr lvl="6" algn="ctr">
              <a:spcBef>
                <a:spcPts val="0"/>
              </a:spcBef>
              <a:spcAft>
                <a:spcPts val="0"/>
              </a:spcAft>
              <a:buClr>
                <a:schemeClr val="dk2"/>
              </a:buClr>
              <a:buSzPts val="3200"/>
              <a:buNone/>
              <a:defRPr sz="3200">
                <a:solidFill>
                  <a:schemeClr val="dk2"/>
                </a:solidFill>
              </a:defRPr>
            </a:lvl7pPr>
            <a:lvl8pPr lvl="7" algn="ctr">
              <a:spcBef>
                <a:spcPts val="0"/>
              </a:spcBef>
              <a:spcAft>
                <a:spcPts val="0"/>
              </a:spcAft>
              <a:buClr>
                <a:schemeClr val="dk2"/>
              </a:buClr>
              <a:buSzPts val="3200"/>
              <a:buNone/>
              <a:defRPr sz="3200">
                <a:solidFill>
                  <a:schemeClr val="dk2"/>
                </a:solidFill>
              </a:defRPr>
            </a:lvl8pPr>
            <a:lvl9pPr lvl="8" algn="ctr">
              <a:spcBef>
                <a:spcPts val="0"/>
              </a:spcBef>
              <a:spcAft>
                <a:spcPts val="0"/>
              </a:spcAft>
              <a:buClr>
                <a:schemeClr val="dk2"/>
              </a:buClr>
              <a:buSzPts val="3200"/>
              <a:buNone/>
              <a:defRPr sz="3200">
                <a:solidFill>
                  <a:schemeClr val="dk2"/>
                </a:solidFill>
              </a:defRPr>
            </a:lvl9pPr>
          </a:lstStyle>
          <a:p>
            <a:endParaRPr/>
          </a:p>
        </p:txBody>
      </p:sp>
      <p:sp>
        <p:nvSpPr>
          <p:cNvPr id="48" name="Google Shape;48;p3"/>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bg>
      <p:bgPr>
        <a:solidFill>
          <a:schemeClr val="dk2"/>
        </a:solidFill>
        <a:effectLst/>
      </p:bgPr>
    </p:bg>
    <p:spTree>
      <p:nvGrpSpPr>
        <p:cNvPr id="1" name="Shape 49"/>
        <p:cNvGrpSpPr/>
        <p:nvPr/>
      </p:nvGrpSpPr>
      <p:grpSpPr>
        <a:xfrm>
          <a:off x="0" y="0"/>
          <a:ext cx="0" cy="0"/>
          <a:chOff x="0" y="0"/>
          <a:chExt cx="0" cy="0"/>
        </a:xfrm>
      </p:grpSpPr>
      <p:sp>
        <p:nvSpPr>
          <p:cNvPr id="50" name="Google Shape;50;p4"/>
          <p:cNvSpPr/>
          <p:nvPr/>
        </p:nvSpPr>
        <p:spPr>
          <a:xfrm flipH="1">
            <a:off x="3582600" y="1550700"/>
            <a:ext cx="5561400" cy="3592800"/>
          </a:xfrm>
          <a:prstGeom prst="rtTriangl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4"/>
          <p:cNvSpPr/>
          <p:nvPr/>
        </p:nvSpPr>
        <p:spPr>
          <a:xfrm>
            <a:off x="31" y="2824500"/>
            <a:ext cx="7370400" cy="2319000"/>
          </a:xfrm>
          <a:prstGeom prst="rtTriangl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4"/>
          <p:cNvSpPr/>
          <p:nvPr/>
        </p:nvSpPr>
        <p:spPr>
          <a:xfrm>
            <a:off x="203225" y="206250"/>
            <a:ext cx="8737500" cy="4731000"/>
          </a:xfrm>
          <a:prstGeom prst="rect">
            <a:avLst/>
          </a:prstGeom>
          <a:solidFill>
            <a:schemeClr val="dk1"/>
          </a:solidFill>
          <a:ln>
            <a:noFill/>
          </a:ln>
          <a:effectLst>
            <a:outerShdw blurRad="228600" sx="101000" sy="101000" algn="ctr" rotWithShape="0">
              <a:srgbClr val="000000">
                <a:alpha val="4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4"/>
          <p:cNvSpPr txBox="1">
            <a:spLocks noGrp="1"/>
          </p:cNvSpPr>
          <p:nvPr>
            <p:ph type="title"/>
          </p:nvPr>
        </p:nvSpPr>
        <p:spPr>
          <a:xfrm>
            <a:off x="819150" y="845600"/>
            <a:ext cx="7505700" cy="9546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endParaRPr/>
          </a:p>
        </p:txBody>
      </p:sp>
      <p:sp>
        <p:nvSpPr>
          <p:cNvPr id="54" name="Google Shape;54;p4"/>
          <p:cNvSpPr txBox="1">
            <a:spLocks noGrp="1"/>
          </p:cNvSpPr>
          <p:nvPr>
            <p:ph type="body" idx="1"/>
          </p:nvPr>
        </p:nvSpPr>
        <p:spPr>
          <a:xfrm>
            <a:off x="819150" y="1990725"/>
            <a:ext cx="7505700" cy="24480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55" name="Google Shape;55;p4"/>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bg>
      <p:bgPr>
        <a:solidFill>
          <a:schemeClr val="dk2"/>
        </a:solidFill>
        <a:effectLst/>
      </p:bgPr>
    </p:bg>
    <p:spTree>
      <p:nvGrpSpPr>
        <p:cNvPr id="1" name="Shape 56"/>
        <p:cNvGrpSpPr/>
        <p:nvPr/>
      </p:nvGrpSpPr>
      <p:grpSpPr>
        <a:xfrm>
          <a:off x="0" y="0"/>
          <a:ext cx="0" cy="0"/>
          <a:chOff x="0" y="0"/>
          <a:chExt cx="0" cy="0"/>
        </a:xfrm>
      </p:grpSpPr>
      <p:sp>
        <p:nvSpPr>
          <p:cNvPr id="57" name="Google Shape;57;p5"/>
          <p:cNvSpPr/>
          <p:nvPr/>
        </p:nvSpPr>
        <p:spPr>
          <a:xfrm flipH="1">
            <a:off x="3582600" y="1550700"/>
            <a:ext cx="5561400" cy="3592800"/>
          </a:xfrm>
          <a:prstGeom prst="rtTriangl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5"/>
          <p:cNvSpPr/>
          <p:nvPr/>
        </p:nvSpPr>
        <p:spPr>
          <a:xfrm>
            <a:off x="31" y="2824500"/>
            <a:ext cx="7370400" cy="2319000"/>
          </a:xfrm>
          <a:prstGeom prst="rtTriangl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5"/>
          <p:cNvSpPr/>
          <p:nvPr/>
        </p:nvSpPr>
        <p:spPr>
          <a:xfrm>
            <a:off x="203225" y="206250"/>
            <a:ext cx="8737500" cy="4731000"/>
          </a:xfrm>
          <a:prstGeom prst="rect">
            <a:avLst/>
          </a:prstGeom>
          <a:solidFill>
            <a:schemeClr val="dk1"/>
          </a:solidFill>
          <a:ln>
            <a:noFill/>
          </a:ln>
          <a:effectLst>
            <a:outerShdw blurRad="228600" sx="101000" sy="101000" algn="ctr" rotWithShape="0">
              <a:srgbClr val="000000">
                <a:alpha val="4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5"/>
          <p:cNvSpPr txBox="1">
            <a:spLocks noGrp="1"/>
          </p:cNvSpPr>
          <p:nvPr>
            <p:ph type="title"/>
          </p:nvPr>
        </p:nvSpPr>
        <p:spPr>
          <a:xfrm>
            <a:off x="819150" y="845600"/>
            <a:ext cx="7505700" cy="9546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endParaRPr/>
          </a:p>
        </p:txBody>
      </p:sp>
      <p:sp>
        <p:nvSpPr>
          <p:cNvPr id="61" name="Google Shape;61;p5"/>
          <p:cNvSpPr txBox="1">
            <a:spLocks noGrp="1"/>
          </p:cNvSpPr>
          <p:nvPr>
            <p:ph type="body" idx="1"/>
          </p:nvPr>
        </p:nvSpPr>
        <p:spPr>
          <a:xfrm>
            <a:off x="819150" y="1990725"/>
            <a:ext cx="3686100" cy="24480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62" name="Google Shape;62;p5"/>
          <p:cNvSpPr txBox="1">
            <a:spLocks noGrp="1"/>
          </p:cNvSpPr>
          <p:nvPr>
            <p:ph type="body" idx="2"/>
          </p:nvPr>
        </p:nvSpPr>
        <p:spPr>
          <a:xfrm>
            <a:off x="4638675" y="1990725"/>
            <a:ext cx="3686100" cy="24480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63" name="Google Shape;63;p5"/>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bg>
      <p:bgPr>
        <a:solidFill>
          <a:schemeClr val="dk2"/>
        </a:solidFill>
        <a:effectLst/>
      </p:bgPr>
    </p:bg>
    <p:spTree>
      <p:nvGrpSpPr>
        <p:cNvPr id="1" name="Shape 64"/>
        <p:cNvGrpSpPr/>
        <p:nvPr/>
      </p:nvGrpSpPr>
      <p:grpSpPr>
        <a:xfrm>
          <a:off x="0" y="0"/>
          <a:ext cx="0" cy="0"/>
          <a:chOff x="0" y="0"/>
          <a:chExt cx="0" cy="0"/>
        </a:xfrm>
      </p:grpSpPr>
      <p:sp>
        <p:nvSpPr>
          <p:cNvPr id="65" name="Google Shape;65;p6"/>
          <p:cNvSpPr/>
          <p:nvPr/>
        </p:nvSpPr>
        <p:spPr>
          <a:xfrm flipH="1">
            <a:off x="3582600" y="1550700"/>
            <a:ext cx="5561400" cy="3592800"/>
          </a:xfrm>
          <a:prstGeom prst="rtTriangl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6"/>
          <p:cNvSpPr/>
          <p:nvPr/>
        </p:nvSpPr>
        <p:spPr>
          <a:xfrm>
            <a:off x="31" y="2824500"/>
            <a:ext cx="7370400" cy="2319000"/>
          </a:xfrm>
          <a:prstGeom prst="rtTriangl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6"/>
          <p:cNvSpPr/>
          <p:nvPr/>
        </p:nvSpPr>
        <p:spPr>
          <a:xfrm>
            <a:off x="203225" y="206250"/>
            <a:ext cx="8737500" cy="4731000"/>
          </a:xfrm>
          <a:prstGeom prst="rect">
            <a:avLst/>
          </a:prstGeom>
          <a:solidFill>
            <a:schemeClr val="dk1"/>
          </a:solidFill>
          <a:ln>
            <a:noFill/>
          </a:ln>
          <a:effectLst>
            <a:outerShdw blurRad="228600" sx="101000" sy="101000" algn="ctr" rotWithShape="0">
              <a:srgbClr val="000000">
                <a:alpha val="4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6"/>
          <p:cNvSpPr txBox="1">
            <a:spLocks noGrp="1"/>
          </p:cNvSpPr>
          <p:nvPr>
            <p:ph type="title"/>
          </p:nvPr>
        </p:nvSpPr>
        <p:spPr>
          <a:xfrm>
            <a:off x="819150" y="845600"/>
            <a:ext cx="7505700" cy="9546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endParaRPr/>
          </a:p>
        </p:txBody>
      </p:sp>
      <p:sp>
        <p:nvSpPr>
          <p:cNvPr id="69" name="Google Shape;69;p6"/>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bg>
      <p:bgPr>
        <a:solidFill>
          <a:schemeClr val="accent3"/>
        </a:solidFill>
        <a:effectLst/>
      </p:bgPr>
    </p:bg>
    <p:spTree>
      <p:nvGrpSpPr>
        <p:cNvPr id="1" name="Shape 70"/>
        <p:cNvGrpSpPr/>
        <p:nvPr/>
      </p:nvGrpSpPr>
      <p:grpSpPr>
        <a:xfrm>
          <a:off x="0" y="0"/>
          <a:ext cx="0" cy="0"/>
          <a:chOff x="0" y="0"/>
          <a:chExt cx="0" cy="0"/>
        </a:xfrm>
      </p:grpSpPr>
      <p:sp>
        <p:nvSpPr>
          <p:cNvPr id="71" name="Google Shape;71;p7"/>
          <p:cNvSpPr/>
          <p:nvPr/>
        </p:nvSpPr>
        <p:spPr>
          <a:xfrm flipH="1">
            <a:off x="3582600" y="1550700"/>
            <a:ext cx="5561400" cy="3592800"/>
          </a:xfrm>
          <a:prstGeom prst="rtTriangl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7"/>
          <p:cNvSpPr/>
          <p:nvPr/>
        </p:nvSpPr>
        <p:spPr>
          <a:xfrm>
            <a:off x="31" y="2824500"/>
            <a:ext cx="7370400" cy="2319000"/>
          </a:xfrm>
          <a:prstGeom prst="rtTriangl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7"/>
          <p:cNvSpPr/>
          <p:nvPr/>
        </p:nvSpPr>
        <p:spPr>
          <a:xfrm>
            <a:off x="203225" y="206250"/>
            <a:ext cx="8737500" cy="4731000"/>
          </a:xfrm>
          <a:prstGeom prst="rect">
            <a:avLst/>
          </a:prstGeom>
          <a:solidFill>
            <a:schemeClr val="dk1"/>
          </a:solidFill>
          <a:ln>
            <a:noFill/>
          </a:ln>
          <a:effectLst>
            <a:outerShdw blurRad="228600" sx="101000" sy="101000" algn="ctr" rotWithShape="0">
              <a:srgbClr val="000000">
                <a:alpha val="4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7"/>
          <p:cNvSpPr txBox="1">
            <a:spLocks noGrp="1"/>
          </p:cNvSpPr>
          <p:nvPr>
            <p:ph type="title"/>
          </p:nvPr>
        </p:nvSpPr>
        <p:spPr>
          <a:xfrm>
            <a:off x="819150" y="845600"/>
            <a:ext cx="3709200" cy="13830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endParaRPr/>
          </a:p>
        </p:txBody>
      </p:sp>
      <p:sp>
        <p:nvSpPr>
          <p:cNvPr id="75" name="Google Shape;75;p7"/>
          <p:cNvSpPr txBox="1">
            <a:spLocks noGrp="1"/>
          </p:cNvSpPr>
          <p:nvPr>
            <p:ph type="body" idx="1"/>
          </p:nvPr>
        </p:nvSpPr>
        <p:spPr>
          <a:xfrm>
            <a:off x="830700" y="2319050"/>
            <a:ext cx="3709200" cy="21198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76" name="Google Shape;76;p7"/>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1"/>
        </a:solidFill>
        <a:effectLst/>
      </p:bgPr>
    </p:bg>
    <p:spTree>
      <p:nvGrpSpPr>
        <p:cNvPr id="1" name="Shape 77"/>
        <p:cNvGrpSpPr/>
        <p:nvPr/>
      </p:nvGrpSpPr>
      <p:grpSpPr>
        <a:xfrm>
          <a:off x="0" y="0"/>
          <a:ext cx="0" cy="0"/>
          <a:chOff x="0" y="0"/>
          <a:chExt cx="0" cy="0"/>
        </a:xfrm>
      </p:grpSpPr>
      <p:sp>
        <p:nvSpPr>
          <p:cNvPr id="78" name="Google Shape;78;p8"/>
          <p:cNvSpPr/>
          <p:nvPr/>
        </p:nvSpPr>
        <p:spPr>
          <a:xfrm>
            <a:off x="0" y="2823144"/>
            <a:ext cx="7369200" cy="2316900"/>
          </a:xfrm>
          <a:prstGeom prst="rtTriangl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8"/>
          <p:cNvSpPr/>
          <p:nvPr/>
        </p:nvSpPr>
        <p:spPr>
          <a:xfrm flipH="1">
            <a:off x="3583210" y="1554113"/>
            <a:ext cx="5560500" cy="3589500"/>
          </a:xfrm>
          <a:prstGeom prst="rtTriangl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0" name="Google Shape;80;p8"/>
          <p:cNvGrpSpPr/>
          <p:nvPr/>
        </p:nvGrpSpPr>
        <p:grpSpPr>
          <a:xfrm>
            <a:off x="255991" y="-118"/>
            <a:ext cx="2251347" cy="1043408"/>
            <a:chOff x="3961956" y="4383950"/>
            <a:chExt cx="1160548" cy="548700"/>
          </a:xfrm>
        </p:grpSpPr>
        <p:sp>
          <p:nvSpPr>
            <p:cNvPr id="81" name="Google Shape;81;p8"/>
            <p:cNvSpPr/>
            <p:nvPr/>
          </p:nvSpPr>
          <p:spPr>
            <a:xfrm>
              <a:off x="4224904" y="4383950"/>
              <a:ext cx="897600" cy="548700"/>
            </a:xfrm>
            <a:prstGeom prst="parallelogram">
              <a:avLst>
                <a:gd name="adj" fmla="val 153193"/>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8"/>
            <p:cNvSpPr/>
            <p:nvPr/>
          </p:nvSpPr>
          <p:spPr>
            <a:xfrm>
              <a:off x="4093430" y="4383950"/>
              <a:ext cx="897600" cy="548700"/>
            </a:xfrm>
            <a:prstGeom prst="parallelogram">
              <a:avLst>
                <a:gd name="adj" fmla="val 153193"/>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8"/>
            <p:cNvSpPr/>
            <p:nvPr/>
          </p:nvSpPr>
          <p:spPr>
            <a:xfrm>
              <a:off x="3961956" y="4383950"/>
              <a:ext cx="897600" cy="548700"/>
            </a:xfrm>
            <a:prstGeom prst="parallelogram">
              <a:avLst>
                <a:gd name="adj" fmla="val 153193"/>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4" name="Google Shape;84;p8"/>
          <p:cNvSpPr/>
          <p:nvPr/>
        </p:nvSpPr>
        <p:spPr>
          <a:xfrm>
            <a:off x="203225" y="206250"/>
            <a:ext cx="8737500" cy="4731000"/>
          </a:xfrm>
          <a:prstGeom prst="rect">
            <a:avLst/>
          </a:prstGeom>
          <a:solidFill>
            <a:schemeClr val="dk1"/>
          </a:solidFill>
          <a:ln>
            <a:noFill/>
          </a:ln>
          <a:effectLst>
            <a:outerShdw blurRad="228600" sx="101000" sy="101000" algn="ctr" rotWithShape="0">
              <a:srgbClr val="000000">
                <a:alpha val="4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5" name="Google Shape;85;p8"/>
          <p:cNvGrpSpPr/>
          <p:nvPr/>
        </p:nvGrpSpPr>
        <p:grpSpPr>
          <a:xfrm>
            <a:off x="34934" y="4522125"/>
            <a:ext cx="1593306" cy="617072"/>
            <a:chOff x="6917201" y="0"/>
            <a:chExt cx="2227777" cy="863400"/>
          </a:xfrm>
        </p:grpSpPr>
        <p:sp>
          <p:nvSpPr>
            <p:cNvPr id="86" name="Google Shape;86;p8"/>
            <p:cNvSpPr/>
            <p:nvPr/>
          </p:nvSpPr>
          <p:spPr>
            <a:xfrm>
              <a:off x="7641677" y="0"/>
              <a:ext cx="1503300" cy="863400"/>
            </a:xfrm>
            <a:prstGeom prst="parallelogram">
              <a:avLst>
                <a:gd name="adj" fmla="val 158024"/>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8"/>
            <p:cNvSpPr/>
            <p:nvPr/>
          </p:nvSpPr>
          <p:spPr>
            <a:xfrm>
              <a:off x="7279439" y="0"/>
              <a:ext cx="1503300" cy="863400"/>
            </a:xfrm>
            <a:prstGeom prst="parallelogram">
              <a:avLst>
                <a:gd name="adj" fmla="val 158024"/>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8;p8"/>
            <p:cNvSpPr/>
            <p:nvPr/>
          </p:nvSpPr>
          <p:spPr>
            <a:xfrm>
              <a:off x="6917201" y="0"/>
              <a:ext cx="1503300" cy="863400"/>
            </a:xfrm>
            <a:prstGeom prst="parallelogram">
              <a:avLst>
                <a:gd name="adj" fmla="val 158024"/>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9" name="Google Shape;89;p8"/>
          <p:cNvGrpSpPr/>
          <p:nvPr/>
        </p:nvGrpSpPr>
        <p:grpSpPr>
          <a:xfrm>
            <a:off x="5886353" y="1243"/>
            <a:ext cx="3257455" cy="1261514"/>
            <a:chOff x="6917201" y="0"/>
            <a:chExt cx="2227777" cy="863400"/>
          </a:xfrm>
        </p:grpSpPr>
        <p:sp>
          <p:nvSpPr>
            <p:cNvPr id="90" name="Google Shape;90;p8"/>
            <p:cNvSpPr/>
            <p:nvPr/>
          </p:nvSpPr>
          <p:spPr>
            <a:xfrm>
              <a:off x="7641677" y="0"/>
              <a:ext cx="1503300" cy="863400"/>
            </a:xfrm>
            <a:prstGeom prst="parallelogram">
              <a:avLst>
                <a:gd name="adj" fmla="val 158024"/>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8"/>
            <p:cNvSpPr/>
            <p:nvPr/>
          </p:nvSpPr>
          <p:spPr>
            <a:xfrm>
              <a:off x="7279439" y="0"/>
              <a:ext cx="1503300" cy="863400"/>
            </a:xfrm>
            <a:prstGeom prst="parallelogram">
              <a:avLst>
                <a:gd name="adj" fmla="val 158024"/>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92;p8"/>
            <p:cNvSpPr/>
            <p:nvPr/>
          </p:nvSpPr>
          <p:spPr>
            <a:xfrm>
              <a:off x="6917201" y="0"/>
              <a:ext cx="1503300" cy="863400"/>
            </a:xfrm>
            <a:prstGeom prst="parallelogram">
              <a:avLst>
                <a:gd name="adj" fmla="val 158024"/>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3" name="Google Shape;93;p8"/>
          <p:cNvSpPr txBox="1">
            <a:spLocks noGrp="1"/>
          </p:cNvSpPr>
          <p:nvPr>
            <p:ph type="title"/>
          </p:nvPr>
        </p:nvSpPr>
        <p:spPr>
          <a:xfrm>
            <a:off x="1393929" y="1301146"/>
            <a:ext cx="6366900" cy="25392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200"/>
              <a:buNone/>
              <a:defRPr sz="3200"/>
            </a:lvl1pPr>
            <a:lvl2pPr lvl="1" algn="ctr">
              <a:spcBef>
                <a:spcPts val="0"/>
              </a:spcBef>
              <a:spcAft>
                <a:spcPts val="0"/>
              </a:spcAft>
              <a:buSzPts val="3200"/>
              <a:buNone/>
              <a:defRPr sz="3200"/>
            </a:lvl2pPr>
            <a:lvl3pPr lvl="2" algn="ctr">
              <a:spcBef>
                <a:spcPts val="0"/>
              </a:spcBef>
              <a:spcAft>
                <a:spcPts val="0"/>
              </a:spcAft>
              <a:buSzPts val="3200"/>
              <a:buNone/>
              <a:defRPr sz="3200"/>
            </a:lvl3pPr>
            <a:lvl4pPr lvl="3" algn="ctr">
              <a:spcBef>
                <a:spcPts val="0"/>
              </a:spcBef>
              <a:spcAft>
                <a:spcPts val="0"/>
              </a:spcAft>
              <a:buSzPts val="3200"/>
              <a:buNone/>
              <a:defRPr sz="3200"/>
            </a:lvl4pPr>
            <a:lvl5pPr lvl="4" algn="ctr">
              <a:spcBef>
                <a:spcPts val="0"/>
              </a:spcBef>
              <a:spcAft>
                <a:spcPts val="0"/>
              </a:spcAft>
              <a:buSzPts val="3200"/>
              <a:buNone/>
              <a:defRPr sz="3200"/>
            </a:lvl5pPr>
            <a:lvl6pPr lvl="5" algn="ctr">
              <a:spcBef>
                <a:spcPts val="0"/>
              </a:spcBef>
              <a:spcAft>
                <a:spcPts val="0"/>
              </a:spcAft>
              <a:buSzPts val="3200"/>
              <a:buNone/>
              <a:defRPr sz="3200"/>
            </a:lvl6pPr>
            <a:lvl7pPr lvl="6" algn="ctr">
              <a:spcBef>
                <a:spcPts val="0"/>
              </a:spcBef>
              <a:spcAft>
                <a:spcPts val="0"/>
              </a:spcAft>
              <a:buSzPts val="3200"/>
              <a:buNone/>
              <a:defRPr sz="3200"/>
            </a:lvl7pPr>
            <a:lvl8pPr lvl="7" algn="ctr">
              <a:spcBef>
                <a:spcPts val="0"/>
              </a:spcBef>
              <a:spcAft>
                <a:spcPts val="0"/>
              </a:spcAft>
              <a:buSzPts val="3200"/>
              <a:buNone/>
              <a:defRPr sz="3200"/>
            </a:lvl8pPr>
            <a:lvl9pPr lvl="8" algn="ctr">
              <a:spcBef>
                <a:spcPts val="0"/>
              </a:spcBef>
              <a:spcAft>
                <a:spcPts val="0"/>
              </a:spcAft>
              <a:buSzPts val="3200"/>
              <a:buNone/>
              <a:defRPr sz="3200"/>
            </a:lvl9pPr>
          </a:lstStyle>
          <a:p>
            <a:endParaRPr/>
          </a:p>
        </p:txBody>
      </p:sp>
      <p:sp>
        <p:nvSpPr>
          <p:cNvPr id="94" name="Google Shape;94;p8"/>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bg>
      <p:bgPr>
        <a:solidFill>
          <a:schemeClr val="dk2"/>
        </a:solidFill>
        <a:effectLst/>
      </p:bgPr>
    </p:bg>
    <p:spTree>
      <p:nvGrpSpPr>
        <p:cNvPr id="1" name="Shape 95"/>
        <p:cNvGrpSpPr/>
        <p:nvPr/>
      </p:nvGrpSpPr>
      <p:grpSpPr>
        <a:xfrm>
          <a:off x="0" y="0"/>
          <a:ext cx="0" cy="0"/>
          <a:chOff x="0" y="0"/>
          <a:chExt cx="0" cy="0"/>
        </a:xfrm>
      </p:grpSpPr>
      <p:sp>
        <p:nvSpPr>
          <p:cNvPr id="96" name="Google Shape;96;p9"/>
          <p:cNvSpPr/>
          <p:nvPr/>
        </p:nvSpPr>
        <p:spPr>
          <a:xfrm flipH="1">
            <a:off x="3582600" y="1550700"/>
            <a:ext cx="5561400" cy="3592800"/>
          </a:xfrm>
          <a:prstGeom prst="rtTriangl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9"/>
          <p:cNvSpPr/>
          <p:nvPr/>
        </p:nvSpPr>
        <p:spPr>
          <a:xfrm>
            <a:off x="31" y="2824500"/>
            <a:ext cx="7370400" cy="2319000"/>
          </a:xfrm>
          <a:prstGeom prst="rtTriangl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9"/>
          <p:cNvSpPr/>
          <p:nvPr/>
        </p:nvSpPr>
        <p:spPr>
          <a:xfrm>
            <a:off x="203225" y="206250"/>
            <a:ext cx="8737500" cy="4731000"/>
          </a:xfrm>
          <a:prstGeom prst="rect">
            <a:avLst/>
          </a:prstGeom>
          <a:solidFill>
            <a:schemeClr val="dk1"/>
          </a:solidFill>
          <a:ln>
            <a:noFill/>
          </a:ln>
          <a:effectLst>
            <a:outerShdw blurRad="228600" sx="101000" sy="101000" algn="ctr" rotWithShape="0">
              <a:srgbClr val="000000">
                <a:alpha val="4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9"/>
          <p:cNvSpPr txBox="1">
            <a:spLocks noGrp="1"/>
          </p:cNvSpPr>
          <p:nvPr>
            <p:ph type="title"/>
          </p:nvPr>
        </p:nvSpPr>
        <p:spPr>
          <a:xfrm>
            <a:off x="819150" y="845600"/>
            <a:ext cx="6424200" cy="7050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endParaRPr/>
          </a:p>
        </p:txBody>
      </p:sp>
      <p:sp>
        <p:nvSpPr>
          <p:cNvPr id="100" name="Google Shape;100;p9"/>
          <p:cNvSpPr txBox="1">
            <a:spLocks noGrp="1"/>
          </p:cNvSpPr>
          <p:nvPr>
            <p:ph type="subTitle" idx="1"/>
          </p:nvPr>
        </p:nvSpPr>
        <p:spPr>
          <a:xfrm>
            <a:off x="819150" y="1550700"/>
            <a:ext cx="5859900" cy="3936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Clr>
                <a:schemeClr val="lt1"/>
              </a:buClr>
              <a:buSzPts val="1600"/>
              <a:buNone/>
              <a:defRPr sz="1600">
                <a:solidFill>
                  <a:schemeClr val="lt1"/>
                </a:solidFill>
              </a:defRPr>
            </a:lvl1pPr>
            <a:lvl2pPr lvl="1">
              <a:lnSpc>
                <a:spcPct val="100000"/>
              </a:lnSpc>
              <a:spcBef>
                <a:spcPts val="0"/>
              </a:spcBef>
              <a:spcAft>
                <a:spcPts val="0"/>
              </a:spcAft>
              <a:buClr>
                <a:schemeClr val="lt1"/>
              </a:buClr>
              <a:buSzPts val="1600"/>
              <a:buNone/>
              <a:defRPr sz="1600">
                <a:solidFill>
                  <a:schemeClr val="lt1"/>
                </a:solidFill>
              </a:defRPr>
            </a:lvl2pPr>
            <a:lvl3pPr lvl="2">
              <a:lnSpc>
                <a:spcPct val="100000"/>
              </a:lnSpc>
              <a:spcBef>
                <a:spcPts val="0"/>
              </a:spcBef>
              <a:spcAft>
                <a:spcPts val="0"/>
              </a:spcAft>
              <a:buClr>
                <a:schemeClr val="lt1"/>
              </a:buClr>
              <a:buSzPts val="1600"/>
              <a:buNone/>
              <a:defRPr sz="1600">
                <a:solidFill>
                  <a:schemeClr val="lt1"/>
                </a:solidFill>
              </a:defRPr>
            </a:lvl3pPr>
            <a:lvl4pPr lvl="3">
              <a:lnSpc>
                <a:spcPct val="100000"/>
              </a:lnSpc>
              <a:spcBef>
                <a:spcPts val="0"/>
              </a:spcBef>
              <a:spcAft>
                <a:spcPts val="0"/>
              </a:spcAft>
              <a:buClr>
                <a:schemeClr val="lt1"/>
              </a:buClr>
              <a:buSzPts val="1600"/>
              <a:buNone/>
              <a:defRPr sz="1600">
                <a:solidFill>
                  <a:schemeClr val="lt1"/>
                </a:solidFill>
              </a:defRPr>
            </a:lvl4pPr>
            <a:lvl5pPr lvl="4">
              <a:lnSpc>
                <a:spcPct val="100000"/>
              </a:lnSpc>
              <a:spcBef>
                <a:spcPts val="0"/>
              </a:spcBef>
              <a:spcAft>
                <a:spcPts val="0"/>
              </a:spcAft>
              <a:buClr>
                <a:schemeClr val="lt1"/>
              </a:buClr>
              <a:buSzPts val="1600"/>
              <a:buNone/>
              <a:defRPr sz="1600">
                <a:solidFill>
                  <a:schemeClr val="lt1"/>
                </a:solidFill>
              </a:defRPr>
            </a:lvl5pPr>
            <a:lvl6pPr lvl="5">
              <a:lnSpc>
                <a:spcPct val="100000"/>
              </a:lnSpc>
              <a:spcBef>
                <a:spcPts val="0"/>
              </a:spcBef>
              <a:spcAft>
                <a:spcPts val="0"/>
              </a:spcAft>
              <a:buClr>
                <a:schemeClr val="lt1"/>
              </a:buClr>
              <a:buSzPts val="1600"/>
              <a:buNone/>
              <a:defRPr sz="1600">
                <a:solidFill>
                  <a:schemeClr val="lt1"/>
                </a:solidFill>
              </a:defRPr>
            </a:lvl6pPr>
            <a:lvl7pPr lvl="6">
              <a:lnSpc>
                <a:spcPct val="100000"/>
              </a:lnSpc>
              <a:spcBef>
                <a:spcPts val="0"/>
              </a:spcBef>
              <a:spcAft>
                <a:spcPts val="0"/>
              </a:spcAft>
              <a:buClr>
                <a:schemeClr val="lt1"/>
              </a:buClr>
              <a:buSzPts val="1600"/>
              <a:buNone/>
              <a:defRPr sz="1600">
                <a:solidFill>
                  <a:schemeClr val="lt1"/>
                </a:solidFill>
              </a:defRPr>
            </a:lvl7pPr>
            <a:lvl8pPr lvl="7">
              <a:lnSpc>
                <a:spcPct val="100000"/>
              </a:lnSpc>
              <a:spcBef>
                <a:spcPts val="0"/>
              </a:spcBef>
              <a:spcAft>
                <a:spcPts val="0"/>
              </a:spcAft>
              <a:buClr>
                <a:schemeClr val="lt1"/>
              </a:buClr>
              <a:buSzPts val="1600"/>
              <a:buNone/>
              <a:defRPr sz="1600">
                <a:solidFill>
                  <a:schemeClr val="lt1"/>
                </a:solidFill>
              </a:defRPr>
            </a:lvl8pPr>
            <a:lvl9pPr lvl="8">
              <a:lnSpc>
                <a:spcPct val="100000"/>
              </a:lnSpc>
              <a:spcBef>
                <a:spcPts val="0"/>
              </a:spcBef>
              <a:spcAft>
                <a:spcPts val="0"/>
              </a:spcAft>
              <a:buClr>
                <a:schemeClr val="lt1"/>
              </a:buClr>
              <a:buSzPts val="1600"/>
              <a:buNone/>
              <a:defRPr sz="1600">
                <a:solidFill>
                  <a:schemeClr val="lt1"/>
                </a:solidFill>
              </a:defRPr>
            </a:lvl9pPr>
          </a:lstStyle>
          <a:p>
            <a:endParaRPr/>
          </a:p>
        </p:txBody>
      </p:sp>
      <p:sp>
        <p:nvSpPr>
          <p:cNvPr id="101" name="Google Shape;101;p9"/>
          <p:cNvSpPr txBox="1">
            <a:spLocks noGrp="1"/>
          </p:cNvSpPr>
          <p:nvPr>
            <p:ph type="body" idx="2"/>
          </p:nvPr>
        </p:nvSpPr>
        <p:spPr>
          <a:xfrm>
            <a:off x="819150" y="2467050"/>
            <a:ext cx="5859900" cy="20955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102" name="Google Shape;102;p9"/>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bg>
      <p:bgPr>
        <a:solidFill>
          <a:schemeClr val="accent1"/>
        </a:solidFill>
        <a:effectLst/>
      </p:bgPr>
    </p:bg>
    <p:spTree>
      <p:nvGrpSpPr>
        <p:cNvPr id="1" name="Shape 103"/>
        <p:cNvGrpSpPr/>
        <p:nvPr/>
      </p:nvGrpSpPr>
      <p:grpSpPr>
        <a:xfrm>
          <a:off x="0" y="0"/>
          <a:ext cx="0" cy="0"/>
          <a:chOff x="0" y="0"/>
          <a:chExt cx="0" cy="0"/>
        </a:xfrm>
      </p:grpSpPr>
      <p:sp>
        <p:nvSpPr>
          <p:cNvPr id="104" name="Google Shape;104;p10"/>
          <p:cNvSpPr/>
          <p:nvPr/>
        </p:nvSpPr>
        <p:spPr>
          <a:xfrm>
            <a:off x="31" y="2824500"/>
            <a:ext cx="7370400" cy="2319000"/>
          </a:xfrm>
          <a:prstGeom prst="rtTriangl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05;p10"/>
          <p:cNvSpPr/>
          <p:nvPr/>
        </p:nvSpPr>
        <p:spPr>
          <a:xfrm flipH="1">
            <a:off x="3582600" y="1550700"/>
            <a:ext cx="5561400" cy="3592800"/>
          </a:xfrm>
          <a:prstGeom prst="rtTriangl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06;p10"/>
          <p:cNvSpPr/>
          <p:nvPr/>
        </p:nvSpPr>
        <p:spPr>
          <a:xfrm>
            <a:off x="203225" y="206250"/>
            <a:ext cx="8737500" cy="4731000"/>
          </a:xfrm>
          <a:prstGeom prst="rect">
            <a:avLst/>
          </a:prstGeom>
          <a:solidFill>
            <a:schemeClr val="dk1"/>
          </a:solidFill>
          <a:ln>
            <a:noFill/>
          </a:ln>
          <a:effectLst>
            <a:outerShdw blurRad="228600" sx="101000" sy="101000" algn="ctr" rotWithShape="0">
              <a:srgbClr val="000000">
                <a:alpha val="4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107;p10"/>
          <p:cNvSpPr txBox="1">
            <a:spLocks noGrp="1"/>
          </p:cNvSpPr>
          <p:nvPr>
            <p:ph type="body" idx="1"/>
          </p:nvPr>
        </p:nvSpPr>
        <p:spPr>
          <a:xfrm>
            <a:off x="328025" y="4163500"/>
            <a:ext cx="7415100" cy="605100"/>
          </a:xfrm>
          <a:prstGeom prst="rect">
            <a:avLst/>
          </a:prstGeom>
        </p:spPr>
        <p:txBody>
          <a:bodyPr spcFirstLastPara="1" wrap="square" lIns="91425" tIns="91425" rIns="91425" bIns="91425" anchor="b" anchorCtr="0">
            <a:normAutofit/>
          </a:bodyPr>
          <a:lstStyle>
            <a:lvl1pPr marL="457200" lvl="0" indent="-228600">
              <a:lnSpc>
                <a:spcPct val="100000"/>
              </a:lnSpc>
              <a:spcBef>
                <a:spcPts val="0"/>
              </a:spcBef>
              <a:spcAft>
                <a:spcPts val="0"/>
              </a:spcAft>
              <a:buSzPts val="1300"/>
              <a:buNone/>
              <a:defRPr/>
            </a:lvl1pPr>
          </a:lstStyle>
          <a:p>
            <a:endParaRPr/>
          </a:p>
        </p:txBody>
      </p:sp>
      <p:sp>
        <p:nvSpPr>
          <p:cNvPr id="108" name="Google Shape;108;p10"/>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accent3"/>
        </a:solidFill>
        <a:effectLst/>
      </p:bgPr>
    </p:bg>
    <p:spTree>
      <p:nvGrpSpPr>
        <p:cNvPr id="1" name="Shape 109"/>
        <p:cNvGrpSpPr/>
        <p:nvPr/>
      </p:nvGrpSpPr>
      <p:grpSpPr>
        <a:xfrm>
          <a:off x="0" y="0"/>
          <a:ext cx="0" cy="0"/>
          <a:chOff x="0" y="0"/>
          <a:chExt cx="0" cy="0"/>
        </a:xfrm>
      </p:grpSpPr>
      <p:sp>
        <p:nvSpPr>
          <p:cNvPr id="110" name="Google Shape;110;p11"/>
          <p:cNvSpPr/>
          <p:nvPr/>
        </p:nvSpPr>
        <p:spPr>
          <a:xfrm flipH="1">
            <a:off x="5569200" y="2834075"/>
            <a:ext cx="3574800" cy="2309400"/>
          </a:xfrm>
          <a:prstGeom prst="rtTriangl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1" name="Google Shape;111;p11"/>
          <p:cNvGrpSpPr/>
          <p:nvPr/>
        </p:nvGrpSpPr>
        <p:grpSpPr>
          <a:xfrm>
            <a:off x="5959222" y="4119576"/>
            <a:ext cx="2520952" cy="1024165"/>
            <a:chOff x="6917201" y="0"/>
            <a:chExt cx="2227777" cy="863400"/>
          </a:xfrm>
        </p:grpSpPr>
        <p:sp>
          <p:nvSpPr>
            <p:cNvPr id="112" name="Google Shape;112;p11"/>
            <p:cNvSpPr/>
            <p:nvPr/>
          </p:nvSpPr>
          <p:spPr>
            <a:xfrm>
              <a:off x="7641677" y="0"/>
              <a:ext cx="1503300" cy="863400"/>
            </a:xfrm>
            <a:prstGeom prst="parallelogram">
              <a:avLst>
                <a:gd name="adj" fmla="val 158024"/>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11"/>
            <p:cNvSpPr/>
            <p:nvPr/>
          </p:nvSpPr>
          <p:spPr>
            <a:xfrm>
              <a:off x="7279439" y="0"/>
              <a:ext cx="1503300" cy="863400"/>
            </a:xfrm>
            <a:prstGeom prst="parallelogram">
              <a:avLst>
                <a:gd name="adj" fmla="val 158024"/>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11"/>
            <p:cNvSpPr/>
            <p:nvPr/>
          </p:nvSpPr>
          <p:spPr>
            <a:xfrm>
              <a:off x="6917201" y="0"/>
              <a:ext cx="1503300" cy="863400"/>
            </a:xfrm>
            <a:prstGeom prst="parallelogram">
              <a:avLst>
                <a:gd name="adj" fmla="val 158024"/>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5" name="Google Shape;115;p11"/>
          <p:cNvGrpSpPr/>
          <p:nvPr/>
        </p:nvGrpSpPr>
        <p:grpSpPr>
          <a:xfrm>
            <a:off x="199149" y="2"/>
            <a:ext cx="2795414" cy="1083308"/>
            <a:chOff x="6917201" y="0"/>
            <a:chExt cx="2227777" cy="863400"/>
          </a:xfrm>
        </p:grpSpPr>
        <p:sp>
          <p:nvSpPr>
            <p:cNvPr id="116" name="Google Shape;116;p11"/>
            <p:cNvSpPr/>
            <p:nvPr/>
          </p:nvSpPr>
          <p:spPr>
            <a:xfrm>
              <a:off x="7641677"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11"/>
            <p:cNvSpPr/>
            <p:nvPr/>
          </p:nvSpPr>
          <p:spPr>
            <a:xfrm>
              <a:off x="7279439"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11"/>
            <p:cNvSpPr/>
            <p:nvPr/>
          </p:nvSpPr>
          <p:spPr>
            <a:xfrm>
              <a:off x="6917201"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9" name="Google Shape;119;p11"/>
          <p:cNvSpPr txBox="1">
            <a:spLocks noGrp="1"/>
          </p:cNvSpPr>
          <p:nvPr>
            <p:ph type="title" hasCustomPrompt="1"/>
          </p:nvPr>
        </p:nvSpPr>
        <p:spPr>
          <a:xfrm>
            <a:off x="1385850" y="1383850"/>
            <a:ext cx="6372300" cy="1379700"/>
          </a:xfrm>
          <a:prstGeom prst="rect">
            <a:avLst/>
          </a:prstGeom>
        </p:spPr>
        <p:txBody>
          <a:bodyPr spcFirstLastPara="1" wrap="square" lIns="91425" tIns="91425" rIns="91425" bIns="91425" anchor="ctr" anchorCtr="0">
            <a:normAutofit/>
          </a:bodyPr>
          <a:lstStyle>
            <a:lvl1pPr lvl="0" algn="ctr">
              <a:spcBef>
                <a:spcPts val="0"/>
              </a:spcBef>
              <a:spcAft>
                <a:spcPts val="0"/>
              </a:spcAft>
              <a:buClr>
                <a:schemeClr val="dk2"/>
              </a:buClr>
              <a:buSzPts val="8600"/>
              <a:buNone/>
              <a:defRPr sz="8600">
                <a:solidFill>
                  <a:schemeClr val="dk2"/>
                </a:solidFill>
              </a:defRPr>
            </a:lvl1pPr>
            <a:lvl2pPr lvl="1" algn="ctr">
              <a:spcBef>
                <a:spcPts val="0"/>
              </a:spcBef>
              <a:spcAft>
                <a:spcPts val="0"/>
              </a:spcAft>
              <a:buClr>
                <a:schemeClr val="dk2"/>
              </a:buClr>
              <a:buSzPts val="8600"/>
              <a:buNone/>
              <a:defRPr sz="8600">
                <a:solidFill>
                  <a:schemeClr val="dk2"/>
                </a:solidFill>
              </a:defRPr>
            </a:lvl2pPr>
            <a:lvl3pPr lvl="2" algn="ctr">
              <a:spcBef>
                <a:spcPts val="0"/>
              </a:spcBef>
              <a:spcAft>
                <a:spcPts val="0"/>
              </a:spcAft>
              <a:buClr>
                <a:schemeClr val="dk2"/>
              </a:buClr>
              <a:buSzPts val="8600"/>
              <a:buNone/>
              <a:defRPr sz="8600">
                <a:solidFill>
                  <a:schemeClr val="dk2"/>
                </a:solidFill>
              </a:defRPr>
            </a:lvl3pPr>
            <a:lvl4pPr lvl="3" algn="ctr">
              <a:spcBef>
                <a:spcPts val="0"/>
              </a:spcBef>
              <a:spcAft>
                <a:spcPts val="0"/>
              </a:spcAft>
              <a:buClr>
                <a:schemeClr val="dk2"/>
              </a:buClr>
              <a:buSzPts val="8600"/>
              <a:buNone/>
              <a:defRPr sz="8600">
                <a:solidFill>
                  <a:schemeClr val="dk2"/>
                </a:solidFill>
              </a:defRPr>
            </a:lvl4pPr>
            <a:lvl5pPr lvl="4" algn="ctr">
              <a:spcBef>
                <a:spcPts val="0"/>
              </a:spcBef>
              <a:spcAft>
                <a:spcPts val="0"/>
              </a:spcAft>
              <a:buClr>
                <a:schemeClr val="dk2"/>
              </a:buClr>
              <a:buSzPts val="8600"/>
              <a:buNone/>
              <a:defRPr sz="8600">
                <a:solidFill>
                  <a:schemeClr val="dk2"/>
                </a:solidFill>
              </a:defRPr>
            </a:lvl5pPr>
            <a:lvl6pPr lvl="5" algn="ctr">
              <a:spcBef>
                <a:spcPts val="0"/>
              </a:spcBef>
              <a:spcAft>
                <a:spcPts val="0"/>
              </a:spcAft>
              <a:buClr>
                <a:schemeClr val="dk2"/>
              </a:buClr>
              <a:buSzPts val="8600"/>
              <a:buNone/>
              <a:defRPr sz="8600">
                <a:solidFill>
                  <a:schemeClr val="dk2"/>
                </a:solidFill>
              </a:defRPr>
            </a:lvl6pPr>
            <a:lvl7pPr lvl="6" algn="ctr">
              <a:spcBef>
                <a:spcPts val="0"/>
              </a:spcBef>
              <a:spcAft>
                <a:spcPts val="0"/>
              </a:spcAft>
              <a:buClr>
                <a:schemeClr val="dk2"/>
              </a:buClr>
              <a:buSzPts val="8600"/>
              <a:buNone/>
              <a:defRPr sz="8600">
                <a:solidFill>
                  <a:schemeClr val="dk2"/>
                </a:solidFill>
              </a:defRPr>
            </a:lvl7pPr>
            <a:lvl8pPr lvl="7" algn="ctr">
              <a:spcBef>
                <a:spcPts val="0"/>
              </a:spcBef>
              <a:spcAft>
                <a:spcPts val="0"/>
              </a:spcAft>
              <a:buClr>
                <a:schemeClr val="dk2"/>
              </a:buClr>
              <a:buSzPts val="8600"/>
              <a:buNone/>
              <a:defRPr sz="8600">
                <a:solidFill>
                  <a:schemeClr val="dk2"/>
                </a:solidFill>
              </a:defRPr>
            </a:lvl8pPr>
            <a:lvl9pPr lvl="8" algn="ctr">
              <a:spcBef>
                <a:spcPts val="0"/>
              </a:spcBef>
              <a:spcAft>
                <a:spcPts val="0"/>
              </a:spcAft>
              <a:buClr>
                <a:schemeClr val="dk2"/>
              </a:buClr>
              <a:buSzPts val="8600"/>
              <a:buNone/>
              <a:defRPr sz="8600">
                <a:solidFill>
                  <a:schemeClr val="dk2"/>
                </a:solidFill>
              </a:defRPr>
            </a:lvl9pPr>
          </a:lstStyle>
          <a:p>
            <a:r>
              <a:t>xx%</a:t>
            </a:r>
          </a:p>
        </p:txBody>
      </p:sp>
      <p:sp>
        <p:nvSpPr>
          <p:cNvPr id="120" name="Google Shape;120;p11"/>
          <p:cNvSpPr txBox="1">
            <a:spLocks noGrp="1"/>
          </p:cNvSpPr>
          <p:nvPr>
            <p:ph type="body" idx="1"/>
          </p:nvPr>
        </p:nvSpPr>
        <p:spPr>
          <a:xfrm>
            <a:off x="1385850" y="2863850"/>
            <a:ext cx="6372300" cy="641100"/>
          </a:xfrm>
          <a:prstGeom prst="rect">
            <a:avLst/>
          </a:prstGeom>
        </p:spPr>
        <p:txBody>
          <a:bodyPr spcFirstLastPara="1" wrap="square" lIns="91425" tIns="91425" rIns="91425" bIns="91425" anchor="t" anchorCtr="0">
            <a:normAutofit/>
          </a:bodyPr>
          <a:lstStyle>
            <a:lvl1pPr marL="457200" lvl="0" indent="-311150" algn="ctr">
              <a:spcBef>
                <a:spcPts val="0"/>
              </a:spcBef>
              <a:spcAft>
                <a:spcPts val="0"/>
              </a:spcAft>
              <a:buSzPts val="1300"/>
              <a:buChar char="●"/>
              <a:defRPr/>
            </a:lvl1pPr>
            <a:lvl2pPr marL="914400" lvl="1" indent="-298450" algn="ctr">
              <a:spcBef>
                <a:spcPts val="0"/>
              </a:spcBef>
              <a:spcAft>
                <a:spcPts val="0"/>
              </a:spcAft>
              <a:buSzPts val="1100"/>
              <a:buChar char="○"/>
              <a:defRPr/>
            </a:lvl2pPr>
            <a:lvl3pPr marL="1371600" lvl="2" indent="-298450" algn="ctr">
              <a:spcBef>
                <a:spcPts val="0"/>
              </a:spcBef>
              <a:spcAft>
                <a:spcPts val="0"/>
              </a:spcAft>
              <a:buSzPts val="1100"/>
              <a:buChar char="■"/>
              <a:defRPr/>
            </a:lvl3pPr>
            <a:lvl4pPr marL="1828800" lvl="3" indent="-298450" algn="ctr">
              <a:spcBef>
                <a:spcPts val="0"/>
              </a:spcBef>
              <a:spcAft>
                <a:spcPts val="0"/>
              </a:spcAft>
              <a:buSzPts val="1100"/>
              <a:buChar char="●"/>
              <a:defRPr/>
            </a:lvl4pPr>
            <a:lvl5pPr marL="2286000" lvl="4" indent="-298450" algn="ctr">
              <a:spcBef>
                <a:spcPts val="0"/>
              </a:spcBef>
              <a:spcAft>
                <a:spcPts val="0"/>
              </a:spcAft>
              <a:buSzPts val="1100"/>
              <a:buChar char="○"/>
              <a:defRPr/>
            </a:lvl5pPr>
            <a:lvl6pPr marL="2743200" lvl="5" indent="-298450" algn="ctr">
              <a:spcBef>
                <a:spcPts val="0"/>
              </a:spcBef>
              <a:spcAft>
                <a:spcPts val="0"/>
              </a:spcAft>
              <a:buSzPts val="1100"/>
              <a:buChar char="■"/>
              <a:defRPr/>
            </a:lvl6pPr>
            <a:lvl7pPr marL="3200400" lvl="6" indent="-298450" algn="ctr">
              <a:spcBef>
                <a:spcPts val="0"/>
              </a:spcBef>
              <a:spcAft>
                <a:spcPts val="0"/>
              </a:spcAft>
              <a:buSzPts val="1100"/>
              <a:buChar char="●"/>
              <a:defRPr/>
            </a:lvl7pPr>
            <a:lvl8pPr marL="3657600" lvl="7" indent="-298450" algn="ctr">
              <a:spcBef>
                <a:spcPts val="0"/>
              </a:spcBef>
              <a:spcAft>
                <a:spcPts val="0"/>
              </a:spcAft>
              <a:buSzPts val="1100"/>
              <a:buChar char="○"/>
              <a:defRPr/>
            </a:lvl8pPr>
            <a:lvl9pPr marL="4114800" lvl="8" indent="-298450" algn="ctr">
              <a:spcBef>
                <a:spcPts val="0"/>
              </a:spcBef>
              <a:spcAft>
                <a:spcPts val="0"/>
              </a:spcAft>
              <a:buSzPts val="1100"/>
              <a:buChar char="■"/>
              <a:defRPr/>
            </a:lvl9pPr>
          </a:lstStyle>
          <a:p>
            <a:endParaRPr/>
          </a:p>
        </p:txBody>
      </p:sp>
      <p:sp>
        <p:nvSpPr>
          <p:cNvPr id="121" name="Google Shape;121;p11"/>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22"/>
        <p:cNvGrpSpPr/>
        <p:nvPr/>
      </p:nvGrpSpPr>
      <p:grpSpPr>
        <a:xfrm>
          <a:off x="0" y="0"/>
          <a:ext cx="0" cy="0"/>
          <a:chOff x="0" y="0"/>
          <a:chExt cx="0" cy="0"/>
        </a:xfrm>
      </p:grpSpPr>
      <p:sp>
        <p:nvSpPr>
          <p:cNvPr id="123" name="Google Shape;123;p12"/>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hift">
    <p:bg>
      <p:bgPr>
        <a:solidFill>
          <a:schemeClr val="dk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1pPr>
            <a:lvl2pPr lvl="1">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2pPr>
            <a:lvl3pPr lvl="2">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3pPr>
            <a:lvl4pPr lvl="3">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4pPr>
            <a:lvl5pPr lvl="4">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5pPr>
            <a:lvl6pPr lvl="5">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6pPr>
            <a:lvl7pPr lvl="6">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7pPr>
            <a:lvl8pPr lvl="7">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8pPr>
            <a:lvl9pPr lvl="8">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9pPr>
          </a:lstStyle>
          <a:p>
            <a:endParaRPr/>
          </a:p>
        </p:txBody>
      </p:sp>
      <p:sp>
        <p:nvSpPr>
          <p:cNvPr id="7" name="Google Shape;7;p1"/>
          <p:cNvSpPr txBox="1">
            <a:spLocks noGrp="1"/>
          </p:cNvSpPr>
          <p:nvPr>
            <p:ph type="body" idx="1"/>
          </p:nvPr>
        </p:nvSpPr>
        <p:spPr>
          <a:xfrm>
            <a:off x="311700" y="1152475"/>
            <a:ext cx="8520600" cy="3391200"/>
          </a:xfrm>
          <a:prstGeom prst="rect">
            <a:avLst/>
          </a:prstGeom>
          <a:noFill/>
          <a:ln>
            <a:noFill/>
          </a:ln>
        </p:spPr>
        <p:txBody>
          <a:bodyPr spcFirstLastPara="1" wrap="square" lIns="91425" tIns="91425" rIns="91425" bIns="91425" anchor="t" anchorCtr="0">
            <a:normAutofit/>
          </a:bodyPr>
          <a:lstStyle>
            <a:lvl1pPr marL="457200" lvl="0" indent="-311150">
              <a:lnSpc>
                <a:spcPct val="115000"/>
              </a:lnSpc>
              <a:spcBef>
                <a:spcPts val="0"/>
              </a:spcBef>
              <a:spcAft>
                <a:spcPts val="0"/>
              </a:spcAft>
              <a:buClr>
                <a:schemeClr val="dk2"/>
              </a:buClr>
              <a:buSzPts val="1300"/>
              <a:buFont typeface="Calibri"/>
              <a:buChar char="●"/>
              <a:defRPr sz="1300">
                <a:solidFill>
                  <a:schemeClr val="dk2"/>
                </a:solidFill>
                <a:latin typeface="Calibri"/>
                <a:ea typeface="Calibri"/>
                <a:cs typeface="Calibri"/>
                <a:sym typeface="Calibri"/>
              </a:defRPr>
            </a:lvl1pPr>
            <a:lvl2pPr marL="914400" lvl="1" indent="-29845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2pPr>
            <a:lvl3pPr marL="1371600" lvl="2" indent="-29845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3pPr>
            <a:lvl4pPr marL="1828800" lvl="3" indent="-29845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4pPr>
            <a:lvl5pPr marL="2286000" lvl="4" indent="-29845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5pPr>
            <a:lvl6pPr marL="2743200" lvl="5" indent="-29845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6pPr>
            <a:lvl7pPr marL="3200400" lvl="6" indent="-29845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7pPr>
            <a:lvl8pPr marL="3657600" lvl="7" indent="-29845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8pPr>
            <a:lvl9pPr marL="4114800" lvl="8" indent="-29845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9pPr>
          </a:lstStyle>
          <a:p>
            <a:endParaRPr/>
          </a:p>
        </p:txBody>
      </p:sp>
      <p:sp>
        <p:nvSpPr>
          <p:cNvPr id="8" name="Google Shape;8;p1"/>
          <p:cNvSpPr txBox="1">
            <a:spLocks noGrp="1"/>
          </p:cNvSpPr>
          <p:nvPr>
            <p:ph type="sldNum" idx="12"/>
          </p:nvPr>
        </p:nvSpPr>
        <p:spPr>
          <a:xfrm>
            <a:off x="8390734" y="4543668"/>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latin typeface="Nunito"/>
                <a:ea typeface="Nunito"/>
                <a:cs typeface="Nunito"/>
                <a:sym typeface="Nunito"/>
              </a:defRPr>
            </a:lvl1pPr>
            <a:lvl2pPr lvl="1" algn="r">
              <a:buNone/>
              <a:defRPr sz="1000">
                <a:solidFill>
                  <a:schemeClr val="dk2"/>
                </a:solidFill>
                <a:latin typeface="Nunito"/>
                <a:ea typeface="Nunito"/>
                <a:cs typeface="Nunito"/>
                <a:sym typeface="Nunito"/>
              </a:defRPr>
            </a:lvl2pPr>
            <a:lvl3pPr lvl="2" algn="r">
              <a:buNone/>
              <a:defRPr sz="1000">
                <a:solidFill>
                  <a:schemeClr val="dk2"/>
                </a:solidFill>
                <a:latin typeface="Nunito"/>
                <a:ea typeface="Nunito"/>
                <a:cs typeface="Nunito"/>
                <a:sym typeface="Nunito"/>
              </a:defRPr>
            </a:lvl3pPr>
            <a:lvl4pPr lvl="3" algn="r">
              <a:buNone/>
              <a:defRPr sz="1000">
                <a:solidFill>
                  <a:schemeClr val="dk2"/>
                </a:solidFill>
                <a:latin typeface="Nunito"/>
                <a:ea typeface="Nunito"/>
                <a:cs typeface="Nunito"/>
                <a:sym typeface="Nunito"/>
              </a:defRPr>
            </a:lvl4pPr>
            <a:lvl5pPr lvl="4" algn="r">
              <a:buNone/>
              <a:defRPr sz="1000">
                <a:solidFill>
                  <a:schemeClr val="dk2"/>
                </a:solidFill>
                <a:latin typeface="Nunito"/>
                <a:ea typeface="Nunito"/>
                <a:cs typeface="Nunito"/>
                <a:sym typeface="Nunito"/>
              </a:defRPr>
            </a:lvl5pPr>
            <a:lvl6pPr lvl="5" algn="r">
              <a:buNone/>
              <a:defRPr sz="1000">
                <a:solidFill>
                  <a:schemeClr val="dk2"/>
                </a:solidFill>
                <a:latin typeface="Nunito"/>
                <a:ea typeface="Nunito"/>
                <a:cs typeface="Nunito"/>
                <a:sym typeface="Nunito"/>
              </a:defRPr>
            </a:lvl6pPr>
            <a:lvl7pPr lvl="6" algn="r">
              <a:buNone/>
              <a:defRPr sz="1000">
                <a:solidFill>
                  <a:schemeClr val="dk2"/>
                </a:solidFill>
                <a:latin typeface="Nunito"/>
                <a:ea typeface="Nunito"/>
                <a:cs typeface="Nunito"/>
                <a:sym typeface="Nunito"/>
              </a:defRPr>
            </a:lvl7pPr>
            <a:lvl8pPr lvl="7" algn="r">
              <a:buNone/>
              <a:defRPr sz="1000">
                <a:solidFill>
                  <a:schemeClr val="dk2"/>
                </a:solidFill>
                <a:latin typeface="Nunito"/>
                <a:ea typeface="Nunito"/>
                <a:cs typeface="Nunito"/>
                <a:sym typeface="Nunito"/>
              </a:defRPr>
            </a:lvl8pPr>
            <a:lvl9pPr lvl="8" algn="r">
              <a:buNone/>
              <a:defRPr sz="1000">
                <a:solidFill>
                  <a:schemeClr val="dk2"/>
                </a:solidFill>
                <a:latin typeface="Nunito"/>
                <a:ea typeface="Nunito"/>
                <a:cs typeface="Nunito"/>
                <a:sym typeface="Nunito"/>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mc:AlternateContent xmlns:mc="http://schemas.openxmlformats.org/markup-compatibility/2006" xmlns:p14="http://schemas.microsoft.com/office/powerpoint/2010/main">
    <mc:Choice Requires="p14">
      <p:transition spd="slow" p14:dur="3400">
        <p14:flip dir="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p13"/>
          <p:cNvSpPr txBox="1">
            <a:spLocks noGrp="1"/>
          </p:cNvSpPr>
          <p:nvPr>
            <p:ph type="ctrTitle"/>
          </p:nvPr>
        </p:nvSpPr>
        <p:spPr>
          <a:xfrm>
            <a:off x="451025" y="760200"/>
            <a:ext cx="8501100" cy="1448100"/>
          </a:xfrm>
          <a:prstGeom prst="rect">
            <a:avLst/>
          </a:prstGeom>
        </p:spPr>
        <p:txBody>
          <a:bodyPr spcFirstLastPara="1" wrap="square" lIns="91425" tIns="91425" rIns="91425" bIns="91425" anchor="ctr" anchorCtr="0">
            <a:normAutofit fontScale="90000"/>
          </a:bodyPr>
          <a:lstStyle/>
          <a:p>
            <a:pPr marL="0" lvl="0" indent="0" algn="ctr" rtl="0">
              <a:spcBef>
                <a:spcPts val="0"/>
              </a:spcBef>
              <a:spcAft>
                <a:spcPts val="0"/>
              </a:spcAft>
              <a:buNone/>
            </a:pPr>
            <a:r>
              <a:rPr lang="en-GB" sz="4400" b="1">
                <a:solidFill>
                  <a:srgbClr val="000000"/>
                </a:solidFill>
                <a:latin typeface="Georgia"/>
                <a:ea typeface="Georgia"/>
                <a:cs typeface="Georgia"/>
                <a:sym typeface="Georgia"/>
              </a:rPr>
              <a:t>Cancer Patient In UAE Data Analysis Project</a:t>
            </a:r>
            <a:r>
              <a:rPr lang="en-GB" sz="4400">
                <a:solidFill>
                  <a:srgbClr val="000000"/>
                </a:solidFill>
                <a:latin typeface="Calibri"/>
                <a:ea typeface="Calibri"/>
                <a:cs typeface="Calibri"/>
                <a:sym typeface="Calibri"/>
              </a:rPr>
              <a:t> </a:t>
            </a:r>
            <a:endParaRPr/>
          </a:p>
        </p:txBody>
      </p:sp>
      <p:sp>
        <p:nvSpPr>
          <p:cNvPr id="129" name="Google Shape;129;p13"/>
          <p:cNvSpPr txBox="1">
            <a:spLocks noGrp="1"/>
          </p:cNvSpPr>
          <p:nvPr>
            <p:ph type="subTitle" idx="1"/>
          </p:nvPr>
        </p:nvSpPr>
        <p:spPr>
          <a:xfrm>
            <a:off x="451025" y="2208300"/>
            <a:ext cx="8376600" cy="2659500"/>
          </a:xfrm>
          <a:prstGeom prst="rect">
            <a:avLst/>
          </a:prstGeom>
        </p:spPr>
        <p:txBody>
          <a:bodyPr spcFirstLastPara="1" wrap="square" lIns="91425" tIns="91425" rIns="91425" bIns="91425" anchor="t" anchorCtr="0">
            <a:normAutofit fontScale="55000" lnSpcReduction="10000"/>
          </a:bodyPr>
          <a:lstStyle/>
          <a:p>
            <a:pPr marL="0" lvl="0" indent="0" algn="l" rtl="0">
              <a:lnSpc>
                <a:spcPct val="115000"/>
              </a:lnSpc>
              <a:spcBef>
                <a:spcPts val="800"/>
              </a:spcBef>
              <a:spcAft>
                <a:spcPts val="0"/>
              </a:spcAft>
              <a:buNone/>
            </a:pPr>
            <a:r>
              <a:rPr lang="en-GB" sz="6238" b="1">
                <a:solidFill>
                  <a:srgbClr val="000000"/>
                </a:solidFill>
                <a:latin typeface="Arial"/>
                <a:ea typeface="Arial"/>
                <a:cs typeface="Arial"/>
                <a:sym typeface="Arial"/>
              </a:rPr>
              <a:t>•🔬 InternPulse Group 5 | 📅 May 2025</a:t>
            </a:r>
            <a:endParaRPr sz="6238" b="1">
              <a:solidFill>
                <a:srgbClr val="000000"/>
              </a:solidFill>
              <a:latin typeface="Arial"/>
              <a:ea typeface="Arial"/>
              <a:cs typeface="Arial"/>
              <a:sym typeface="Arial"/>
            </a:endParaRPr>
          </a:p>
          <a:p>
            <a:pPr marL="0" lvl="0" indent="0" algn="l" rtl="0">
              <a:lnSpc>
                <a:spcPct val="115000"/>
              </a:lnSpc>
              <a:spcBef>
                <a:spcPts val="800"/>
              </a:spcBef>
              <a:spcAft>
                <a:spcPts val="0"/>
              </a:spcAft>
              <a:buNone/>
            </a:pPr>
            <a:r>
              <a:rPr lang="en-GB" sz="5050" b="1">
                <a:solidFill>
                  <a:srgbClr val="D1D2D3"/>
                </a:solidFill>
                <a:highlight>
                  <a:srgbClr val="0000FF"/>
                </a:highlight>
                <a:latin typeface="Arial"/>
                <a:ea typeface="Arial"/>
                <a:cs typeface="Arial"/>
                <a:sym typeface="Arial"/>
              </a:rPr>
              <a:t>Ogochukwu Nneka Uchenwoke</a:t>
            </a:r>
            <a:endParaRPr sz="4800" b="1">
              <a:solidFill>
                <a:srgbClr val="D1D2D3"/>
              </a:solidFill>
              <a:highlight>
                <a:srgbClr val="0000FF"/>
              </a:highlight>
              <a:latin typeface="Arial"/>
              <a:ea typeface="Arial"/>
              <a:cs typeface="Arial"/>
              <a:sym typeface="Arial"/>
            </a:endParaRPr>
          </a:p>
          <a:p>
            <a:pPr marL="0" lvl="0" indent="0" algn="l" rtl="0">
              <a:lnSpc>
                <a:spcPct val="115000"/>
              </a:lnSpc>
              <a:spcBef>
                <a:spcPts val="800"/>
              </a:spcBef>
              <a:spcAft>
                <a:spcPts val="0"/>
              </a:spcAft>
              <a:buNone/>
            </a:pPr>
            <a:r>
              <a:rPr lang="en-GB" sz="5050" b="1">
                <a:solidFill>
                  <a:srgbClr val="D1D2D3"/>
                </a:solidFill>
                <a:highlight>
                  <a:srgbClr val="0000FF"/>
                </a:highlight>
                <a:latin typeface="Arial"/>
                <a:ea typeface="Arial"/>
                <a:cs typeface="Arial"/>
                <a:sym typeface="Arial"/>
              </a:rPr>
              <a:t>Seunfunmi Rachel Adegboyega</a:t>
            </a:r>
            <a:endParaRPr sz="5050" b="1">
              <a:solidFill>
                <a:srgbClr val="D1D2D3"/>
              </a:solidFill>
              <a:highlight>
                <a:srgbClr val="0000FF"/>
              </a:highlight>
              <a:latin typeface="Arial"/>
              <a:ea typeface="Arial"/>
              <a:cs typeface="Arial"/>
              <a:sym typeface="Arial"/>
            </a:endParaRPr>
          </a:p>
          <a:p>
            <a:pPr marL="0" lvl="0" indent="0" algn="l" rtl="0">
              <a:lnSpc>
                <a:spcPct val="115000"/>
              </a:lnSpc>
              <a:spcBef>
                <a:spcPts val="800"/>
              </a:spcBef>
              <a:spcAft>
                <a:spcPts val="0"/>
              </a:spcAft>
              <a:buNone/>
            </a:pPr>
            <a:r>
              <a:rPr lang="en-GB" sz="5504" b="1">
                <a:solidFill>
                  <a:srgbClr val="D1D2D3"/>
                </a:solidFill>
                <a:highlight>
                  <a:srgbClr val="0000FF"/>
                </a:highlight>
                <a:latin typeface="Arial"/>
                <a:ea typeface="Arial"/>
                <a:cs typeface="Arial"/>
                <a:sym typeface="Arial"/>
              </a:rPr>
              <a:t>Nse Stephen Anyameluhor</a:t>
            </a:r>
            <a:endParaRPr sz="5504" b="1">
              <a:solidFill>
                <a:srgbClr val="D1D2D3"/>
              </a:solidFill>
              <a:highlight>
                <a:srgbClr val="0000FF"/>
              </a:highlight>
              <a:latin typeface="Arial"/>
              <a:ea typeface="Arial"/>
              <a:cs typeface="Arial"/>
              <a:sym typeface="Arial"/>
            </a:endParaRPr>
          </a:p>
          <a:p>
            <a:pPr marL="0" lvl="0" indent="0" algn="ctr" rtl="0">
              <a:spcBef>
                <a:spcPts val="0"/>
              </a:spcBef>
              <a:spcAft>
                <a:spcPts val="0"/>
              </a:spcAft>
              <a:buNone/>
            </a:pPr>
            <a:endParaRPr sz="2600">
              <a:highlight>
                <a:srgbClr val="0000FF"/>
              </a:highligh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4" name="Google Shape;134;p14"/>
          <p:cNvSpPr txBox="1">
            <a:spLocks noGrp="1"/>
          </p:cNvSpPr>
          <p:nvPr>
            <p:ph type="subTitle" idx="1"/>
          </p:nvPr>
        </p:nvSpPr>
        <p:spPr>
          <a:xfrm>
            <a:off x="394500" y="866625"/>
            <a:ext cx="4177500" cy="3817200"/>
          </a:xfrm>
          <a:prstGeom prst="rect">
            <a:avLst/>
          </a:prstGeom>
        </p:spPr>
        <p:txBody>
          <a:bodyPr spcFirstLastPara="1" wrap="square" lIns="91425" tIns="91425" rIns="91425" bIns="91425" anchor="t" anchorCtr="0">
            <a:normAutofit fontScale="70000" lnSpcReduction="20000"/>
          </a:bodyPr>
          <a:lstStyle/>
          <a:p>
            <a:pPr marL="0" lvl="0" indent="0" algn="l" rtl="0">
              <a:spcBef>
                <a:spcPts val="0"/>
              </a:spcBef>
              <a:spcAft>
                <a:spcPts val="0"/>
              </a:spcAft>
              <a:buNone/>
            </a:pPr>
            <a:r>
              <a:rPr lang="en-GB" sz="4400" b="1">
                <a:solidFill>
                  <a:srgbClr val="000000"/>
                </a:solidFill>
                <a:latin typeface="Georgia"/>
                <a:ea typeface="Georgia"/>
                <a:cs typeface="Georgia"/>
                <a:sym typeface="Georgia"/>
              </a:rPr>
              <a:t>Project Objective</a:t>
            </a:r>
            <a:endParaRPr sz="3200" b="1">
              <a:solidFill>
                <a:srgbClr val="000000"/>
              </a:solidFill>
              <a:latin typeface="Georgia"/>
              <a:ea typeface="Georgia"/>
              <a:cs typeface="Georgia"/>
              <a:sym typeface="Georgia"/>
            </a:endParaRPr>
          </a:p>
          <a:p>
            <a:pPr marL="0" lvl="0" indent="0" algn="l" rtl="0">
              <a:lnSpc>
                <a:spcPct val="115000"/>
              </a:lnSpc>
              <a:spcBef>
                <a:spcPts val="800"/>
              </a:spcBef>
              <a:spcAft>
                <a:spcPts val="0"/>
              </a:spcAft>
              <a:buNone/>
            </a:pPr>
            <a:r>
              <a:rPr lang="en-GB" sz="3200">
                <a:solidFill>
                  <a:srgbClr val="000000"/>
                </a:solidFill>
                <a:latin typeface="Georgia"/>
                <a:ea typeface="Georgia"/>
                <a:cs typeface="Georgia"/>
                <a:sym typeface="Georgia"/>
              </a:rPr>
              <a:t>•- </a:t>
            </a:r>
            <a:r>
              <a:rPr lang="en-GB" sz="3000">
                <a:solidFill>
                  <a:srgbClr val="000000"/>
                </a:solidFill>
                <a:latin typeface="Georgia"/>
                <a:ea typeface="Georgia"/>
                <a:cs typeface="Georgia"/>
                <a:sym typeface="Georgia"/>
              </a:rPr>
              <a:t>Build ML models using UAE cancer patient data</a:t>
            </a:r>
            <a:endParaRPr sz="3000">
              <a:solidFill>
                <a:srgbClr val="000000"/>
              </a:solidFill>
              <a:latin typeface="Georgia"/>
              <a:ea typeface="Georgia"/>
              <a:cs typeface="Georgia"/>
              <a:sym typeface="Georgia"/>
            </a:endParaRPr>
          </a:p>
          <a:p>
            <a:pPr marL="0" lvl="0" indent="0" algn="l" rtl="0">
              <a:lnSpc>
                <a:spcPct val="115000"/>
              </a:lnSpc>
              <a:spcBef>
                <a:spcPts val="800"/>
              </a:spcBef>
              <a:spcAft>
                <a:spcPts val="0"/>
              </a:spcAft>
              <a:buNone/>
            </a:pPr>
            <a:r>
              <a:rPr lang="en-GB" sz="3000">
                <a:solidFill>
                  <a:srgbClr val="000000"/>
                </a:solidFill>
                <a:latin typeface="Georgia"/>
                <a:ea typeface="Georgia"/>
                <a:cs typeface="Georgia"/>
                <a:sym typeface="Georgia"/>
              </a:rPr>
              <a:t>•- Goals:</a:t>
            </a:r>
            <a:endParaRPr sz="3000">
              <a:solidFill>
                <a:srgbClr val="000000"/>
              </a:solidFill>
              <a:latin typeface="Georgia"/>
              <a:ea typeface="Georgia"/>
              <a:cs typeface="Georgia"/>
              <a:sym typeface="Georgia"/>
            </a:endParaRPr>
          </a:p>
          <a:p>
            <a:pPr marL="0" lvl="0" indent="0" algn="l" rtl="0">
              <a:lnSpc>
                <a:spcPct val="115000"/>
              </a:lnSpc>
              <a:spcBef>
                <a:spcPts val="800"/>
              </a:spcBef>
              <a:spcAft>
                <a:spcPts val="0"/>
              </a:spcAft>
              <a:buNone/>
            </a:pPr>
            <a:r>
              <a:rPr lang="en-GB" sz="3000">
                <a:solidFill>
                  <a:srgbClr val="000000"/>
                </a:solidFill>
                <a:latin typeface="Georgia"/>
                <a:ea typeface="Georgia"/>
                <a:cs typeface="Georgia"/>
                <a:sym typeface="Georgia"/>
              </a:rPr>
              <a:t>•  • Classify cancer stages</a:t>
            </a:r>
            <a:endParaRPr sz="3000">
              <a:solidFill>
                <a:srgbClr val="000000"/>
              </a:solidFill>
              <a:latin typeface="Georgia"/>
              <a:ea typeface="Georgia"/>
              <a:cs typeface="Georgia"/>
              <a:sym typeface="Georgia"/>
            </a:endParaRPr>
          </a:p>
          <a:p>
            <a:pPr marL="0" lvl="0" indent="0" algn="l" rtl="0">
              <a:lnSpc>
                <a:spcPct val="115000"/>
              </a:lnSpc>
              <a:spcBef>
                <a:spcPts val="800"/>
              </a:spcBef>
              <a:spcAft>
                <a:spcPts val="0"/>
              </a:spcAft>
              <a:buNone/>
            </a:pPr>
            <a:r>
              <a:rPr lang="en-GB" sz="3000">
                <a:solidFill>
                  <a:srgbClr val="000000"/>
                </a:solidFill>
                <a:latin typeface="Georgia"/>
                <a:ea typeface="Georgia"/>
                <a:cs typeface="Georgia"/>
                <a:sym typeface="Georgia"/>
              </a:rPr>
              <a:t>•  • Identify hidden clusters for treatment insights</a:t>
            </a:r>
            <a:endParaRPr sz="3000">
              <a:solidFill>
                <a:srgbClr val="000000"/>
              </a:solidFill>
              <a:latin typeface="Georgia"/>
              <a:ea typeface="Georgia"/>
              <a:cs typeface="Georgia"/>
              <a:sym typeface="Georgia"/>
            </a:endParaRPr>
          </a:p>
          <a:p>
            <a:pPr marL="0" lvl="0" indent="0" algn="l" rtl="0">
              <a:lnSpc>
                <a:spcPct val="115000"/>
              </a:lnSpc>
              <a:spcBef>
                <a:spcPts val="800"/>
              </a:spcBef>
              <a:spcAft>
                <a:spcPts val="0"/>
              </a:spcAft>
              <a:buNone/>
            </a:pPr>
            <a:r>
              <a:rPr lang="en-GB" sz="3000">
                <a:solidFill>
                  <a:srgbClr val="000000"/>
                </a:solidFill>
                <a:latin typeface="Georgia"/>
                <a:ea typeface="Georgia"/>
                <a:cs typeface="Georgia"/>
                <a:sym typeface="Georgia"/>
              </a:rPr>
              <a:t>•  • Support early diagnosis through data patterns</a:t>
            </a:r>
            <a:endParaRPr sz="3000">
              <a:solidFill>
                <a:srgbClr val="000000"/>
              </a:solidFill>
              <a:latin typeface="Georgia"/>
              <a:ea typeface="Georgia"/>
              <a:cs typeface="Georgia"/>
              <a:sym typeface="Georgia"/>
            </a:endParaRPr>
          </a:p>
          <a:p>
            <a:pPr marL="0" lvl="0" indent="0" algn="ctr" rtl="0">
              <a:spcBef>
                <a:spcPts val="0"/>
              </a:spcBef>
              <a:spcAft>
                <a:spcPts val="0"/>
              </a:spcAft>
              <a:buNone/>
            </a:pPr>
            <a:endParaRPr/>
          </a:p>
        </p:txBody>
      </p:sp>
      <p:sp>
        <p:nvSpPr>
          <p:cNvPr id="135" name="Google Shape;135;p14"/>
          <p:cNvSpPr txBox="1">
            <a:spLocks noGrp="1"/>
          </p:cNvSpPr>
          <p:nvPr>
            <p:ph type="subTitle" idx="1"/>
          </p:nvPr>
        </p:nvSpPr>
        <p:spPr>
          <a:xfrm>
            <a:off x="4706925" y="866625"/>
            <a:ext cx="4177500" cy="3817200"/>
          </a:xfrm>
          <a:prstGeom prst="rect">
            <a:avLst/>
          </a:prstGeom>
        </p:spPr>
        <p:txBody>
          <a:bodyPr spcFirstLastPara="1" wrap="square" lIns="91425" tIns="91425" rIns="91425" bIns="91425" anchor="t" anchorCtr="0">
            <a:normAutofit fontScale="55000" lnSpcReduction="20000"/>
          </a:bodyPr>
          <a:lstStyle/>
          <a:p>
            <a:pPr marL="0" lvl="0" indent="0" algn="ctr" rtl="0">
              <a:spcBef>
                <a:spcPts val="0"/>
              </a:spcBef>
              <a:spcAft>
                <a:spcPts val="0"/>
              </a:spcAft>
              <a:buNone/>
            </a:pPr>
            <a:r>
              <a:rPr lang="en-GB" sz="4400" b="1">
                <a:solidFill>
                  <a:srgbClr val="000000"/>
                </a:solidFill>
                <a:latin typeface="Georgia"/>
                <a:ea typeface="Georgia"/>
                <a:cs typeface="Georgia"/>
                <a:sym typeface="Georgia"/>
              </a:rPr>
              <a:t>Research Framework</a:t>
            </a:r>
            <a:endParaRPr sz="3200" b="1">
              <a:solidFill>
                <a:srgbClr val="000000"/>
              </a:solidFill>
              <a:latin typeface="Georgia"/>
              <a:ea typeface="Georgia"/>
              <a:cs typeface="Georgia"/>
              <a:sym typeface="Georgia"/>
            </a:endParaRPr>
          </a:p>
          <a:p>
            <a:pPr marL="0" lvl="0" indent="0" algn="l" rtl="0">
              <a:lnSpc>
                <a:spcPct val="115000"/>
              </a:lnSpc>
              <a:spcBef>
                <a:spcPts val="800"/>
              </a:spcBef>
              <a:spcAft>
                <a:spcPts val="0"/>
              </a:spcAft>
              <a:buNone/>
            </a:pPr>
            <a:r>
              <a:rPr lang="en-GB" sz="3745">
                <a:solidFill>
                  <a:srgbClr val="000000"/>
                </a:solidFill>
                <a:latin typeface="Georgia"/>
                <a:ea typeface="Georgia"/>
                <a:cs typeface="Georgia"/>
                <a:sym typeface="Georgia"/>
              </a:rPr>
              <a:t>•Three Key Pillars:</a:t>
            </a:r>
            <a:endParaRPr sz="3745">
              <a:solidFill>
                <a:srgbClr val="000000"/>
              </a:solidFill>
              <a:latin typeface="Georgia"/>
              <a:ea typeface="Georgia"/>
              <a:cs typeface="Georgia"/>
              <a:sym typeface="Georgia"/>
            </a:endParaRPr>
          </a:p>
          <a:p>
            <a:pPr marL="0" lvl="0" indent="0" algn="l" rtl="0">
              <a:lnSpc>
                <a:spcPct val="115000"/>
              </a:lnSpc>
              <a:spcBef>
                <a:spcPts val="800"/>
              </a:spcBef>
              <a:spcAft>
                <a:spcPts val="0"/>
              </a:spcAft>
              <a:buNone/>
            </a:pPr>
            <a:r>
              <a:rPr lang="en-GB" sz="3745">
                <a:solidFill>
                  <a:srgbClr val="000000"/>
                </a:solidFill>
                <a:latin typeface="Georgia"/>
                <a:ea typeface="Georgia"/>
                <a:cs typeface="Georgia"/>
                <a:sym typeface="Georgia"/>
              </a:rPr>
              <a:t>•1. EDA – Understand trends &amp; recovery rates</a:t>
            </a:r>
            <a:endParaRPr sz="3745">
              <a:solidFill>
                <a:srgbClr val="000000"/>
              </a:solidFill>
              <a:latin typeface="Georgia"/>
              <a:ea typeface="Georgia"/>
              <a:cs typeface="Georgia"/>
              <a:sym typeface="Georgia"/>
            </a:endParaRPr>
          </a:p>
          <a:p>
            <a:pPr marL="0" lvl="0" indent="0" algn="l" rtl="0">
              <a:lnSpc>
                <a:spcPct val="115000"/>
              </a:lnSpc>
              <a:spcBef>
                <a:spcPts val="800"/>
              </a:spcBef>
              <a:spcAft>
                <a:spcPts val="0"/>
              </a:spcAft>
              <a:buNone/>
            </a:pPr>
            <a:r>
              <a:rPr lang="en-GB" sz="3745">
                <a:solidFill>
                  <a:srgbClr val="000000"/>
                </a:solidFill>
                <a:latin typeface="Georgia"/>
                <a:ea typeface="Georgia"/>
                <a:cs typeface="Georgia"/>
                <a:sym typeface="Georgia"/>
              </a:rPr>
              <a:t>•2. Predictive Modeling – Classify cancer stages</a:t>
            </a:r>
            <a:endParaRPr sz="3745">
              <a:solidFill>
                <a:srgbClr val="000000"/>
              </a:solidFill>
              <a:latin typeface="Georgia"/>
              <a:ea typeface="Georgia"/>
              <a:cs typeface="Georgia"/>
              <a:sym typeface="Georgia"/>
            </a:endParaRPr>
          </a:p>
          <a:p>
            <a:pPr marL="0" lvl="0" indent="0" algn="l" rtl="0">
              <a:lnSpc>
                <a:spcPct val="115000"/>
              </a:lnSpc>
              <a:spcBef>
                <a:spcPts val="800"/>
              </a:spcBef>
              <a:spcAft>
                <a:spcPts val="0"/>
              </a:spcAft>
              <a:buNone/>
            </a:pPr>
            <a:r>
              <a:rPr lang="en-GB" sz="3745">
                <a:solidFill>
                  <a:srgbClr val="000000"/>
                </a:solidFill>
                <a:latin typeface="Georgia"/>
                <a:ea typeface="Georgia"/>
                <a:cs typeface="Georgia"/>
                <a:sym typeface="Georgia"/>
              </a:rPr>
              <a:t>•3. Clustering Analysis – Discover patient subgroups</a:t>
            </a:r>
            <a:endParaRPr sz="3745">
              <a:solidFill>
                <a:srgbClr val="000000"/>
              </a:solidFill>
              <a:latin typeface="Georgia"/>
              <a:ea typeface="Georgia"/>
              <a:cs typeface="Georgia"/>
              <a:sym typeface="Georgia"/>
            </a:endParaRPr>
          </a:p>
          <a:p>
            <a:pPr marL="0" lvl="0" indent="0" algn="l" rtl="0">
              <a:lnSpc>
                <a:spcPct val="115000"/>
              </a:lnSpc>
              <a:spcBef>
                <a:spcPts val="800"/>
              </a:spcBef>
              <a:spcAft>
                <a:spcPts val="0"/>
              </a:spcAft>
              <a:buNone/>
            </a:pPr>
            <a:endParaRPr sz="3000" b="1">
              <a:solidFill>
                <a:srgbClr val="000000"/>
              </a:solidFill>
              <a:latin typeface="Georgia"/>
              <a:ea typeface="Georgia"/>
              <a:cs typeface="Georgia"/>
              <a:sym typeface="Georgia"/>
            </a:endParaRPr>
          </a:p>
          <a:p>
            <a:pPr marL="0" lvl="0" indent="0" algn="l" rtl="0">
              <a:lnSpc>
                <a:spcPct val="115000"/>
              </a:lnSpc>
              <a:spcBef>
                <a:spcPts val="800"/>
              </a:spcBef>
              <a:spcAft>
                <a:spcPts val="0"/>
              </a:spcAft>
              <a:buNone/>
            </a:pPr>
            <a:endParaRPr sz="3200">
              <a:solidFill>
                <a:srgbClr val="000000"/>
              </a:solidFill>
              <a:latin typeface="Arial"/>
              <a:ea typeface="Arial"/>
              <a:cs typeface="Arial"/>
              <a:sym typeface="Arial"/>
            </a:endParaRPr>
          </a:p>
          <a:p>
            <a:pPr marL="0" lvl="0" indent="0" algn="ctr" rtl="0">
              <a:spcBef>
                <a:spcPts val="0"/>
              </a:spcBef>
              <a:spcAft>
                <a:spcPts val="0"/>
              </a:spcAft>
              <a:buNone/>
            </a:pP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15"/>
          <p:cNvSpPr txBox="1">
            <a:spLocks noGrp="1"/>
          </p:cNvSpPr>
          <p:nvPr>
            <p:ph type="subTitle" idx="1"/>
          </p:nvPr>
        </p:nvSpPr>
        <p:spPr>
          <a:xfrm>
            <a:off x="2248450" y="180900"/>
            <a:ext cx="5165700" cy="702900"/>
          </a:xfrm>
          <a:prstGeom prst="rect">
            <a:avLst/>
          </a:prstGeom>
        </p:spPr>
        <p:txBody>
          <a:bodyPr spcFirstLastPara="1" wrap="square" lIns="91425" tIns="91425" rIns="91425" bIns="91425" anchor="t" anchorCtr="0">
            <a:normAutofit fontScale="25000" lnSpcReduction="20000"/>
          </a:bodyPr>
          <a:lstStyle/>
          <a:p>
            <a:pPr marL="0" lvl="0" indent="0" algn="ctr" rtl="0">
              <a:spcBef>
                <a:spcPts val="0"/>
              </a:spcBef>
              <a:spcAft>
                <a:spcPts val="0"/>
              </a:spcAft>
              <a:buNone/>
            </a:pPr>
            <a:r>
              <a:rPr lang="en-GB" sz="8800">
                <a:solidFill>
                  <a:srgbClr val="000000"/>
                </a:solidFill>
                <a:latin typeface="Georgia"/>
                <a:ea typeface="Georgia"/>
                <a:cs typeface="Georgia"/>
                <a:sym typeface="Georgia"/>
              </a:rPr>
              <a:t>Exploratory Data Analysis (EDA)</a:t>
            </a:r>
            <a:endParaRPr sz="8800">
              <a:solidFill>
                <a:srgbClr val="000000"/>
              </a:solidFill>
              <a:latin typeface="Georgia"/>
              <a:ea typeface="Georgia"/>
              <a:cs typeface="Georgia"/>
              <a:sym typeface="Georgia"/>
            </a:endParaRPr>
          </a:p>
          <a:p>
            <a:pPr marL="0" lvl="0" indent="0" algn="l" rtl="0">
              <a:lnSpc>
                <a:spcPct val="115000"/>
              </a:lnSpc>
              <a:spcBef>
                <a:spcPts val="800"/>
              </a:spcBef>
              <a:spcAft>
                <a:spcPts val="0"/>
              </a:spcAft>
              <a:buNone/>
            </a:pPr>
            <a:r>
              <a:rPr lang="en-GB" sz="6438">
                <a:solidFill>
                  <a:srgbClr val="000000"/>
                </a:solidFill>
                <a:latin typeface="Georgia"/>
                <a:ea typeface="Georgia"/>
                <a:cs typeface="Georgia"/>
                <a:sym typeface="Georgia"/>
              </a:rPr>
              <a:t>              Recovery rate trends over multiple years</a:t>
            </a:r>
            <a:endParaRPr sz="7638">
              <a:solidFill>
                <a:srgbClr val="000000"/>
              </a:solidFill>
              <a:latin typeface="Georgia"/>
              <a:ea typeface="Georgia"/>
              <a:cs typeface="Georgia"/>
              <a:sym typeface="Georgia"/>
            </a:endParaRPr>
          </a:p>
        </p:txBody>
      </p:sp>
      <p:pic>
        <p:nvPicPr>
          <p:cNvPr id="141" name="Google Shape;141;p15"/>
          <p:cNvPicPr preferRelativeResize="0"/>
          <p:nvPr/>
        </p:nvPicPr>
        <p:blipFill>
          <a:blip r:embed="rId3">
            <a:alphaModFix/>
          </a:blip>
          <a:stretch>
            <a:fillRect/>
          </a:stretch>
        </p:blipFill>
        <p:spPr>
          <a:xfrm>
            <a:off x="315375" y="883800"/>
            <a:ext cx="8625275" cy="41132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16"/>
          <p:cNvSpPr txBox="1">
            <a:spLocks noGrp="1"/>
          </p:cNvSpPr>
          <p:nvPr>
            <p:ph type="subTitle" idx="1"/>
          </p:nvPr>
        </p:nvSpPr>
        <p:spPr>
          <a:xfrm>
            <a:off x="2508425" y="226100"/>
            <a:ext cx="4793100" cy="702900"/>
          </a:xfrm>
          <a:prstGeom prst="rect">
            <a:avLst/>
          </a:prstGeom>
        </p:spPr>
        <p:txBody>
          <a:bodyPr spcFirstLastPara="1" wrap="square" lIns="91425" tIns="91425" rIns="91425" bIns="91425" anchor="t" anchorCtr="0">
            <a:normAutofit fontScale="32500" lnSpcReduction="10000"/>
          </a:bodyPr>
          <a:lstStyle/>
          <a:p>
            <a:pPr marL="0" lvl="0" indent="0" algn="ctr" rtl="0">
              <a:spcBef>
                <a:spcPts val="0"/>
              </a:spcBef>
              <a:spcAft>
                <a:spcPts val="0"/>
              </a:spcAft>
              <a:buNone/>
            </a:pPr>
            <a:r>
              <a:rPr lang="en-GB" sz="4400" b="1">
                <a:solidFill>
                  <a:srgbClr val="000000"/>
                </a:solidFill>
                <a:latin typeface="Georgia"/>
                <a:ea typeface="Georgia"/>
                <a:cs typeface="Georgia"/>
                <a:sym typeface="Georgia"/>
              </a:rPr>
              <a:t>Exploratory Data Analysis (EDA)</a:t>
            </a:r>
            <a:endParaRPr sz="4400" b="1">
              <a:solidFill>
                <a:srgbClr val="000000"/>
              </a:solidFill>
              <a:latin typeface="Georgia"/>
              <a:ea typeface="Georgia"/>
              <a:cs typeface="Georgia"/>
              <a:sym typeface="Georgia"/>
            </a:endParaRPr>
          </a:p>
          <a:p>
            <a:pPr marL="0" lvl="0" indent="0" algn="l" rtl="0">
              <a:lnSpc>
                <a:spcPct val="115000"/>
              </a:lnSpc>
              <a:spcBef>
                <a:spcPts val="800"/>
              </a:spcBef>
              <a:spcAft>
                <a:spcPts val="0"/>
              </a:spcAft>
              <a:buNone/>
            </a:pPr>
            <a:r>
              <a:rPr lang="en-GB" sz="3200">
                <a:solidFill>
                  <a:srgbClr val="000000"/>
                </a:solidFill>
              </a:rPr>
              <a:t>                          </a:t>
            </a:r>
            <a:r>
              <a:rPr lang="en-GB" sz="4315" b="1">
                <a:solidFill>
                  <a:srgbClr val="000000"/>
                </a:solidFill>
                <a:latin typeface="Georgia"/>
                <a:ea typeface="Georgia"/>
                <a:cs typeface="Georgia"/>
                <a:sym typeface="Georgia"/>
              </a:rPr>
              <a:t>     Smoking impact on outcomes</a:t>
            </a:r>
            <a:endParaRPr sz="5515" b="1">
              <a:solidFill>
                <a:srgbClr val="000000"/>
              </a:solidFill>
              <a:latin typeface="Georgia"/>
              <a:ea typeface="Georgia"/>
              <a:cs typeface="Georgia"/>
              <a:sym typeface="Georgia"/>
            </a:endParaRPr>
          </a:p>
        </p:txBody>
      </p:sp>
      <p:pic>
        <p:nvPicPr>
          <p:cNvPr id="147" name="Google Shape;147;p16"/>
          <p:cNvPicPr preferRelativeResize="0"/>
          <p:nvPr/>
        </p:nvPicPr>
        <p:blipFill>
          <a:blip r:embed="rId3">
            <a:alphaModFix/>
          </a:blip>
          <a:stretch>
            <a:fillRect/>
          </a:stretch>
        </p:blipFill>
        <p:spPr>
          <a:xfrm>
            <a:off x="224950" y="929000"/>
            <a:ext cx="8727000" cy="37623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p17"/>
          <p:cNvSpPr txBox="1">
            <a:spLocks noGrp="1"/>
          </p:cNvSpPr>
          <p:nvPr>
            <p:ph type="subTitle" idx="1"/>
          </p:nvPr>
        </p:nvSpPr>
        <p:spPr>
          <a:xfrm>
            <a:off x="2632775" y="226100"/>
            <a:ext cx="4476600" cy="702900"/>
          </a:xfrm>
          <a:prstGeom prst="rect">
            <a:avLst/>
          </a:prstGeom>
        </p:spPr>
        <p:txBody>
          <a:bodyPr spcFirstLastPara="1" wrap="square" lIns="91425" tIns="91425" rIns="91425" bIns="91425" anchor="t" anchorCtr="0">
            <a:normAutofit fontScale="55000" lnSpcReduction="20000"/>
          </a:bodyPr>
          <a:lstStyle/>
          <a:p>
            <a:pPr marL="0" lvl="0" indent="0" algn="ctr" rtl="0">
              <a:spcBef>
                <a:spcPts val="0"/>
              </a:spcBef>
              <a:spcAft>
                <a:spcPts val="0"/>
              </a:spcAft>
              <a:buNone/>
            </a:pPr>
            <a:r>
              <a:rPr lang="en-GB" sz="4400">
                <a:solidFill>
                  <a:srgbClr val="000000"/>
                </a:solidFill>
              </a:rPr>
              <a:t>Exploratory Data Analysis (EDA)</a:t>
            </a:r>
            <a:endParaRPr sz="3200">
              <a:solidFill>
                <a:srgbClr val="000000"/>
              </a:solidFill>
              <a:latin typeface="Arial"/>
              <a:ea typeface="Arial"/>
              <a:cs typeface="Arial"/>
              <a:sym typeface="Arial"/>
            </a:endParaRPr>
          </a:p>
          <a:p>
            <a:pPr marL="0" lvl="0" indent="0" algn="ctr" rtl="0">
              <a:spcBef>
                <a:spcPts val="0"/>
              </a:spcBef>
              <a:spcAft>
                <a:spcPts val="0"/>
              </a:spcAft>
              <a:buNone/>
            </a:pPr>
            <a:r>
              <a:rPr lang="en-GB" sz="3200">
                <a:solidFill>
                  <a:srgbClr val="000000"/>
                </a:solidFill>
                <a:latin typeface="Georgia"/>
                <a:ea typeface="Georgia"/>
                <a:cs typeface="Georgia"/>
                <a:sym typeface="Georgia"/>
              </a:rPr>
              <a:t>Most common cancer types (Top 5)</a:t>
            </a:r>
            <a:endParaRPr>
              <a:latin typeface="Georgia"/>
              <a:ea typeface="Georgia"/>
              <a:cs typeface="Georgia"/>
              <a:sym typeface="Georgia"/>
            </a:endParaRPr>
          </a:p>
        </p:txBody>
      </p:sp>
      <p:pic>
        <p:nvPicPr>
          <p:cNvPr id="153" name="Google Shape;153;p17"/>
          <p:cNvPicPr preferRelativeResize="0"/>
          <p:nvPr/>
        </p:nvPicPr>
        <p:blipFill>
          <a:blip r:embed="rId3">
            <a:alphaModFix/>
          </a:blip>
          <a:stretch>
            <a:fillRect/>
          </a:stretch>
        </p:blipFill>
        <p:spPr>
          <a:xfrm>
            <a:off x="202850" y="1028700"/>
            <a:ext cx="8738301" cy="40311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18"/>
          <p:cNvSpPr txBox="1">
            <a:spLocks noGrp="1"/>
          </p:cNvSpPr>
          <p:nvPr>
            <p:ph type="subTitle" idx="1"/>
          </p:nvPr>
        </p:nvSpPr>
        <p:spPr>
          <a:xfrm>
            <a:off x="2338850" y="180875"/>
            <a:ext cx="4940100" cy="702900"/>
          </a:xfrm>
          <a:prstGeom prst="rect">
            <a:avLst/>
          </a:prstGeom>
        </p:spPr>
        <p:txBody>
          <a:bodyPr spcFirstLastPara="1" wrap="square" lIns="91425" tIns="91425" rIns="91425" bIns="91425" anchor="t" anchorCtr="0">
            <a:normAutofit fontScale="25000" lnSpcReduction="20000"/>
          </a:bodyPr>
          <a:lstStyle/>
          <a:p>
            <a:pPr marL="0" lvl="0" indent="0" algn="ctr" rtl="0">
              <a:spcBef>
                <a:spcPts val="0"/>
              </a:spcBef>
              <a:spcAft>
                <a:spcPts val="0"/>
              </a:spcAft>
              <a:buNone/>
            </a:pPr>
            <a:r>
              <a:rPr lang="en-GB" sz="7600" b="1">
                <a:solidFill>
                  <a:srgbClr val="000000"/>
                </a:solidFill>
                <a:latin typeface="Georgia"/>
                <a:ea typeface="Georgia"/>
                <a:cs typeface="Georgia"/>
                <a:sym typeface="Georgia"/>
              </a:rPr>
              <a:t>Exploratory Data Analysis (EDA)</a:t>
            </a:r>
            <a:endParaRPr sz="7600" b="1">
              <a:solidFill>
                <a:srgbClr val="000000"/>
              </a:solidFill>
              <a:latin typeface="Georgia"/>
              <a:ea typeface="Georgia"/>
              <a:cs typeface="Georgia"/>
              <a:sym typeface="Georgia"/>
            </a:endParaRPr>
          </a:p>
          <a:p>
            <a:pPr marL="0" lvl="0" indent="0" algn="l" rtl="0">
              <a:lnSpc>
                <a:spcPct val="115000"/>
              </a:lnSpc>
              <a:spcBef>
                <a:spcPts val="800"/>
              </a:spcBef>
              <a:spcAft>
                <a:spcPts val="0"/>
              </a:spcAft>
              <a:buNone/>
            </a:pPr>
            <a:r>
              <a:rPr lang="en-GB" sz="7238">
                <a:solidFill>
                  <a:srgbClr val="000000"/>
                </a:solidFill>
                <a:latin typeface="Georgia"/>
                <a:ea typeface="Georgia"/>
                <a:cs typeface="Georgia"/>
                <a:sym typeface="Georgia"/>
              </a:rPr>
              <a:t>         </a:t>
            </a:r>
            <a:r>
              <a:rPr lang="en-GB" sz="7638">
                <a:solidFill>
                  <a:srgbClr val="000000"/>
                </a:solidFill>
                <a:latin typeface="Georgia"/>
                <a:ea typeface="Georgia"/>
                <a:cs typeface="Georgia"/>
                <a:sym typeface="Georgia"/>
              </a:rPr>
              <a:t>Recovery patterns by cancer type</a:t>
            </a:r>
            <a:endParaRPr sz="8838">
              <a:solidFill>
                <a:srgbClr val="000000"/>
              </a:solidFill>
              <a:latin typeface="Georgia"/>
              <a:ea typeface="Georgia"/>
              <a:cs typeface="Georgia"/>
              <a:sym typeface="Georgia"/>
            </a:endParaRPr>
          </a:p>
        </p:txBody>
      </p:sp>
      <p:pic>
        <p:nvPicPr>
          <p:cNvPr id="159" name="Google Shape;159;p18"/>
          <p:cNvPicPr preferRelativeResize="0"/>
          <p:nvPr/>
        </p:nvPicPr>
        <p:blipFill>
          <a:blip r:embed="rId3">
            <a:alphaModFix/>
          </a:blip>
          <a:stretch>
            <a:fillRect/>
          </a:stretch>
        </p:blipFill>
        <p:spPr>
          <a:xfrm>
            <a:off x="152400" y="1046825"/>
            <a:ext cx="8788249" cy="39442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4" name="Google Shape;164;p19"/>
          <p:cNvSpPr txBox="1">
            <a:spLocks noGrp="1"/>
          </p:cNvSpPr>
          <p:nvPr>
            <p:ph type="subTitle" idx="1"/>
          </p:nvPr>
        </p:nvSpPr>
        <p:spPr>
          <a:xfrm>
            <a:off x="366750" y="555675"/>
            <a:ext cx="3984300" cy="4170300"/>
          </a:xfrm>
          <a:prstGeom prst="rect">
            <a:avLst/>
          </a:prstGeom>
        </p:spPr>
        <p:txBody>
          <a:bodyPr spcFirstLastPara="1" wrap="square" lIns="91425" tIns="91425" rIns="91425" bIns="91425" anchor="t" anchorCtr="0">
            <a:normAutofit fontScale="25000" lnSpcReduction="20000"/>
          </a:bodyPr>
          <a:lstStyle/>
          <a:p>
            <a:pPr marL="0" lvl="0" indent="0" algn="ctr" rtl="0">
              <a:spcBef>
                <a:spcPts val="0"/>
              </a:spcBef>
              <a:spcAft>
                <a:spcPts val="0"/>
              </a:spcAft>
              <a:buNone/>
            </a:pPr>
            <a:endParaRPr sz="4400">
              <a:solidFill>
                <a:srgbClr val="000000"/>
              </a:solidFill>
            </a:endParaRPr>
          </a:p>
          <a:p>
            <a:pPr marL="0" lvl="0" indent="0" algn="ctr" rtl="0">
              <a:spcBef>
                <a:spcPts val="0"/>
              </a:spcBef>
              <a:spcAft>
                <a:spcPts val="0"/>
              </a:spcAft>
              <a:buNone/>
            </a:pPr>
            <a:endParaRPr sz="8800" b="1">
              <a:solidFill>
                <a:srgbClr val="000000"/>
              </a:solidFill>
              <a:latin typeface="Georgia"/>
              <a:ea typeface="Georgia"/>
              <a:cs typeface="Georgia"/>
              <a:sym typeface="Georgia"/>
            </a:endParaRPr>
          </a:p>
          <a:p>
            <a:pPr marL="0" lvl="0" indent="0" algn="ctr" rtl="0">
              <a:spcBef>
                <a:spcPts val="0"/>
              </a:spcBef>
              <a:spcAft>
                <a:spcPts val="0"/>
              </a:spcAft>
              <a:buNone/>
            </a:pPr>
            <a:r>
              <a:rPr lang="en-GB" sz="8800" b="1">
                <a:solidFill>
                  <a:srgbClr val="000000"/>
                </a:solidFill>
                <a:latin typeface="Georgia"/>
                <a:ea typeface="Georgia"/>
                <a:cs typeface="Georgia"/>
                <a:sym typeface="Georgia"/>
              </a:rPr>
              <a:t>Predictive Modeling Setup</a:t>
            </a:r>
            <a:endParaRPr sz="11423" b="1">
              <a:solidFill>
                <a:srgbClr val="000000"/>
              </a:solidFill>
              <a:latin typeface="Georgia"/>
              <a:ea typeface="Georgia"/>
              <a:cs typeface="Georgia"/>
              <a:sym typeface="Georgia"/>
            </a:endParaRPr>
          </a:p>
          <a:p>
            <a:pPr marL="0" lvl="0" indent="0" algn="l" rtl="0">
              <a:lnSpc>
                <a:spcPct val="115000"/>
              </a:lnSpc>
              <a:spcBef>
                <a:spcPts val="800"/>
              </a:spcBef>
              <a:spcAft>
                <a:spcPts val="0"/>
              </a:spcAft>
              <a:buNone/>
            </a:pPr>
            <a:r>
              <a:rPr lang="en-GB" sz="6223">
                <a:solidFill>
                  <a:srgbClr val="000000"/>
                </a:solidFill>
                <a:latin typeface="Georgia"/>
                <a:ea typeface="Georgia"/>
                <a:cs typeface="Georgia"/>
                <a:sym typeface="Georgia"/>
              </a:rPr>
              <a:t>•Target Variable: Cancer Stage (I–IV)</a:t>
            </a:r>
            <a:endParaRPr sz="6223">
              <a:solidFill>
                <a:srgbClr val="000000"/>
              </a:solidFill>
              <a:latin typeface="Georgia"/>
              <a:ea typeface="Georgia"/>
              <a:cs typeface="Georgia"/>
              <a:sym typeface="Georgia"/>
            </a:endParaRPr>
          </a:p>
          <a:p>
            <a:pPr marL="0" lvl="0" indent="0" algn="l" rtl="0">
              <a:lnSpc>
                <a:spcPct val="115000"/>
              </a:lnSpc>
              <a:spcBef>
                <a:spcPts val="800"/>
              </a:spcBef>
              <a:spcAft>
                <a:spcPts val="0"/>
              </a:spcAft>
              <a:buNone/>
            </a:pPr>
            <a:r>
              <a:rPr lang="en-GB" sz="6223">
                <a:solidFill>
                  <a:srgbClr val="000000"/>
                </a:solidFill>
                <a:latin typeface="Georgia"/>
                <a:ea typeface="Georgia"/>
                <a:cs typeface="Georgia"/>
                <a:sym typeface="Georgia"/>
              </a:rPr>
              <a:t>•Features Used:</a:t>
            </a:r>
            <a:endParaRPr sz="6223">
              <a:solidFill>
                <a:srgbClr val="000000"/>
              </a:solidFill>
              <a:latin typeface="Georgia"/>
              <a:ea typeface="Georgia"/>
              <a:cs typeface="Georgia"/>
              <a:sym typeface="Georgia"/>
            </a:endParaRPr>
          </a:p>
          <a:p>
            <a:pPr marL="0" lvl="0" indent="0" algn="l" rtl="0">
              <a:lnSpc>
                <a:spcPct val="115000"/>
              </a:lnSpc>
              <a:spcBef>
                <a:spcPts val="800"/>
              </a:spcBef>
              <a:spcAft>
                <a:spcPts val="0"/>
              </a:spcAft>
              <a:buNone/>
            </a:pPr>
            <a:r>
              <a:rPr lang="en-GB" sz="6223">
                <a:solidFill>
                  <a:srgbClr val="000000"/>
                </a:solidFill>
                <a:latin typeface="Georgia"/>
                <a:ea typeface="Georgia"/>
                <a:cs typeface="Georgia"/>
                <a:sym typeface="Georgia"/>
              </a:rPr>
              <a:t>•- Demographics: Age, Gender, Nationality, Ethnicity</a:t>
            </a:r>
            <a:endParaRPr sz="6223">
              <a:solidFill>
                <a:srgbClr val="000000"/>
              </a:solidFill>
              <a:latin typeface="Georgia"/>
              <a:ea typeface="Georgia"/>
              <a:cs typeface="Georgia"/>
              <a:sym typeface="Georgia"/>
            </a:endParaRPr>
          </a:p>
          <a:p>
            <a:pPr marL="0" lvl="0" indent="0" algn="l" rtl="0">
              <a:lnSpc>
                <a:spcPct val="115000"/>
              </a:lnSpc>
              <a:spcBef>
                <a:spcPts val="800"/>
              </a:spcBef>
              <a:spcAft>
                <a:spcPts val="0"/>
              </a:spcAft>
              <a:buNone/>
            </a:pPr>
            <a:r>
              <a:rPr lang="en-GB" sz="6223">
                <a:solidFill>
                  <a:srgbClr val="000000"/>
                </a:solidFill>
                <a:latin typeface="Georgia"/>
                <a:ea typeface="Georgia"/>
                <a:cs typeface="Georgia"/>
                <a:sym typeface="Georgia"/>
              </a:rPr>
              <a:t>•- Lifestyle: Smoking</a:t>
            </a:r>
            <a:endParaRPr sz="6223">
              <a:solidFill>
                <a:srgbClr val="000000"/>
              </a:solidFill>
              <a:latin typeface="Georgia"/>
              <a:ea typeface="Georgia"/>
              <a:cs typeface="Georgia"/>
              <a:sym typeface="Georgia"/>
            </a:endParaRPr>
          </a:p>
          <a:p>
            <a:pPr marL="0" lvl="0" indent="0" algn="l" rtl="0">
              <a:lnSpc>
                <a:spcPct val="115000"/>
              </a:lnSpc>
              <a:spcBef>
                <a:spcPts val="800"/>
              </a:spcBef>
              <a:spcAft>
                <a:spcPts val="0"/>
              </a:spcAft>
              <a:buNone/>
            </a:pPr>
            <a:r>
              <a:rPr lang="en-GB" sz="6223">
                <a:solidFill>
                  <a:srgbClr val="000000"/>
                </a:solidFill>
                <a:latin typeface="Georgia"/>
                <a:ea typeface="Georgia"/>
                <a:cs typeface="Georgia"/>
                <a:sym typeface="Georgia"/>
              </a:rPr>
              <a:t>•- Medical: Type, Weight, Height</a:t>
            </a:r>
            <a:endParaRPr sz="6223">
              <a:solidFill>
                <a:srgbClr val="000000"/>
              </a:solidFill>
              <a:latin typeface="Georgia"/>
              <a:ea typeface="Georgia"/>
              <a:cs typeface="Georgia"/>
              <a:sym typeface="Georgia"/>
            </a:endParaRPr>
          </a:p>
          <a:p>
            <a:pPr marL="0" lvl="0" indent="0" algn="l" rtl="0">
              <a:lnSpc>
                <a:spcPct val="115000"/>
              </a:lnSpc>
              <a:spcBef>
                <a:spcPts val="800"/>
              </a:spcBef>
              <a:spcAft>
                <a:spcPts val="0"/>
              </a:spcAft>
              <a:buNone/>
            </a:pPr>
            <a:r>
              <a:rPr lang="en-GB" sz="6223">
                <a:solidFill>
                  <a:srgbClr val="000000"/>
                </a:solidFill>
                <a:latin typeface="Georgia"/>
                <a:ea typeface="Georgia"/>
                <a:cs typeface="Georgia"/>
                <a:sym typeface="Georgia"/>
              </a:rPr>
              <a:t>•Approach:</a:t>
            </a:r>
            <a:endParaRPr sz="6223">
              <a:solidFill>
                <a:srgbClr val="000000"/>
              </a:solidFill>
              <a:latin typeface="Georgia"/>
              <a:ea typeface="Georgia"/>
              <a:cs typeface="Georgia"/>
              <a:sym typeface="Georgia"/>
            </a:endParaRPr>
          </a:p>
          <a:p>
            <a:pPr marL="0" lvl="0" indent="0" algn="l" rtl="0">
              <a:lnSpc>
                <a:spcPct val="115000"/>
              </a:lnSpc>
              <a:spcBef>
                <a:spcPts val="800"/>
              </a:spcBef>
              <a:spcAft>
                <a:spcPts val="0"/>
              </a:spcAft>
              <a:buNone/>
            </a:pPr>
            <a:r>
              <a:rPr lang="en-GB" sz="6223">
                <a:solidFill>
                  <a:srgbClr val="000000"/>
                </a:solidFill>
                <a:latin typeface="Georgia"/>
                <a:ea typeface="Georgia"/>
                <a:cs typeface="Georgia"/>
                <a:sym typeface="Georgia"/>
              </a:rPr>
              <a:t>•- Baseline: Random Forest</a:t>
            </a:r>
            <a:endParaRPr sz="6223">
              <a:solidFill>
                <a:srgbClr val="000000"/>
              </a:solidFill>
              <a:latin typeface="Georgia"/>
              <a:ea typeface="Georgia"/>
              <a:cs typeface="Georgia"/>
              <a:sym typeface="Georgia"/>
            </a:endParaRPr>
          </a:p>
          <a:p>
            <a:pPr marL="0" lvl="0" indent="0" algn="l" rtl="0">
              <a:lnSpc>
                <a:spcPct val="115000"/>
              </a:lnSpc>
              <a:spcBef>
                <a:spcPts val="800"/>
              </a:spcBef>
              <a:spcAft>
                <a:spcPts val="0"/>
              </a:spcAft>
              <a:buNone/>
            </a:pPr>
            <a:r>
              <a:rPr lang="en-GB" sz="6223">
                <a:solidFill>
                  <a:srgbClr val="000000"/>
                </a:solidFill>
                <a:latin typeface="Georgia"/>
                <a:ea typeface="Georgia"/>
                <a:cs typeface="Georgia"/>
                <a:sym typeface="Georgia"/>
              </a:rPr>
              <a:t>•- Improved: XGBoost</a:t>
            </a:r>
            <a:endParaRPr sz="6223">
              <a:solidFill>
                <a:srgbClr val="000000"/>
              </a:solidFill>
              <a:latin typeface="Georgia"/>
              <a:ea typeface="Georgia"/>
              <a:cs typeface="Georgia"/>
              <a:sym typeface="Georgia"/>
            </a:endParaRPr>
          </a:p>
          <a:p>
            <a:pPr marL="0" lvl="0" indent="0" algn="l" rtl="0">
              <a:lnSpc>
                <a:spcPct val="115000"/>
              </a:lnSpc>
              <a:spcBef>
                <a:spcPts val="800"/>
              </a:spcBef>
              <a:spcAft>
                <a:spcPts val="0"/>
              </a:spcAft>
              <a:buNone/>
            </a:pPr>
            <a:r>
              <a:rPr lang="en-GB" sz="6223">
                <a:solidFill>
                  <a:srgbClr val="000000"/>
                </a:solidFill>
                <a:latin typeface="Georgia"/>
                <a:ea typeface="Georgia"/>
                <a:cs typeface="Georgia"/>
                <a:sym typeface="Georgia"/>
              </a:rPr>
              <a:t>•- Handled imbalance: SMOTE</a:t>
            </a:r>
            <a:endParaRPr sz="6223">
              <a:solidFill>
                <a:srgbClr val="000000"/>
              </a:solidFill>
              <a:latin typeface="Georgia"/>
              <a:ea typeface="Georgia"/>
              <a:cs typeface="Georgia"/>
              <a:sym typeface="Georgia"/>
            </a:endParaRPr>
          </a:p>
          <a:p>
            <a:pPr marL="0" lvl="0" indent="0" algn="l" rtl="0">
              <a:lnSpc>
                <a:spcPct val="115000"/>
              </a:lnSpc>
              <a:spcBef>
                <a:spcPts val="800"/>
              </a:spcBef>
              <a:spcAft>
                <a:spcPts val="0"/>
              </a:spcAft>
              <a:buNone/>
            </a:pPr>
            <a:endParaRPr sz="3200">
              <a:solidFill>
                <a:srgbClr val="000000"/>
              </a:solidFill>
              <a:latin typeface="Arial"/>
              <a:ea typeface="Arial"/>
              <a:cs typeface="Arial"/>
              <a:sym typeface="Arial"/>
            </a:endParaRPr>
          </a:p>
          <a:p>
            <a:pPr marL="0" lvl="0" indent="0" algn="l" rtl="0">
              <a:lnSpc>
                <a:spcPct val="115000"/>
              </a:lnSpc>
              <a:spcBef>
                <a:spcPts val="800"/>
              </a:spcBef>
              <a:spcAft>
                <a:spcPts val="0"/>
              </a:spcAft>
              <a:buNone/>
            </a:pPr>
            <a:endParaRPr sz="3200">
              <a:solidFill>
                <a:srgbClr val="000000"/>
              </a:solidFill>
              <a:latin typeface="Arial"/>
              <a:ea typeface="Arial"/>
              <a:cs typeface="Arial"/>
              <a:sym typeface="Arial"/>
            </a:endParaRPr>
          </a:p>
          <a:p>
            <a:pPr marL="0" lvl="0" indent="0" algn="ctr" rtl="0">
              <a:spcBef>
                <a:spcPts val="0"/>
              </a:spcBef>
              <a:spcAft>
                <a:spcPts val="0"/>
              </a:spcAft>
              <a:buNone/>
            </a:pPr>
            <a:endParaRPr/>
          </a:p>
        </p:txBody>
      </p:sp>
      <p:sp>
        <p:nvSpPr>
          <p:cNvPr id="165" name="Google Shape;165;p19"/>
          <p:cNvSpPr txBox="1">
            <a:spLocks noGrp="1"/>
          </p:cNvSpPr>
          <p:nvPr>
            <p:ph type="subTitle" idx="1"/>
          </p:nvPr>
        </p:nvSpPr>
        <p:spPr>
          <a:xfrm>
            <a:off x="4860050" y="555675"/>
            <a:ext cx="3984300" cy="4476000"/>
          </a:xfrm>
          <a:prstGeom prst="rect">
            <a:avLst/>
          </a:prstGeom>
        </p:spPr>
        <p:txBody>
          <a:bodyPr spcFirstLastPara="1" wrap="square" lIns="91425" tIns="91425" rIns="91425" bIns="91425" anchor="t" anchorCtr="0">
            <a:normAutofit fontScale="55000" lnSpcReduction="10000"/>
          </a:bodyPr>
          <a:lstStyle/>
          <a:p>
            <a:pPr marL="0" lvl="0" indent="0" algn="ctr" rtl="0">
              <a:spcBef>
                <a:spcPts val="0"/>
              </a:spcBef>
              <a:spcAft>
                <a:spcPts val="0"/>
              </a:spcAft>
              <a:buNone/>
            </a:pPr>
            <a:endParaRPr sz="4400" b="1">
              <a:solidFill>
                <a:srgbClr val="000000"/>
              </a:solidFill>
              <a:latin typeface="Georgia"/>
              <a:ea typeface="Georgia"/>
              <a:cs typeface="Georgia"/>
              <a:sym typeface="Georgia"/>
            </a:endParaRPr>
          </a:p>
          <a:p>
            <a:pPr marL="0" lvl="0" indent="0" algn="l" rtl="0">
              <a:spcBef>
                <a:spcPts val="0"/>
              </a:spcBef>
              <a:spcAft>
                <a:spcPts val="0"/>
              </a:spcAft>
              <a:buNone/>
            </a:pPr>
            <a:r>
              <a:rPr lang="en-GB" sz="4400" b="1">
                <a:solidFill>
                  <a:srgbClr val="000000"/>
                </a:solidFill>
                <a:latin typeface="Georgia"/>
                <a:ea typeface="Georgia"/>
                <a:cs typeface="Georgia"/>
                <a:sym typeface="Georgia"/>
              </a:rPr>
              <a:t>Model Performance</a:t>
            </a:r>
            <a:endParaRPr sz="11423" b="1">
              <a:solidFill>
                <a:srgbClr val="000000"/>
              </a:solidFill>
              <a:latin typeface="Georgia"/>
              <a:ea typeface="Georgia"/>
              <a:cs typeface="Georgia"/>
              <a:sym typeface="Georgia"/>
            </a:endParaRPr>
          </a:p>
          <a:p>
            <a:pPr marL="0" lvl="0" indent="0" algn="l" rtl="0">
              <a:lnSpc>
                <a:spcPct val="115000"/>
              </a:lnSpc>
              <a:spcBef>
                <a:spcPts val="800"/>
              </a:spcBef>
              <a:spcAft>
                <a:spcPts val="0"/>
              </a:spcAft>
              <a:buNone/>
            </a:pPr>
            <a:r>
              <a:rPr lang="en-GB" sz="3200">
                <a:solidFill>
                  <a:srgbClr val="000000"/>
                </a:solidFill>
                <a:latin typeface="Arial"/>
                <a:ea typeface="Arial"/>
                <a:cs typeface="Arial"/>
                <a:sym typeface="Arial"/>
              </a:rPr>
              <a:t>•</a:t>
            </a:r>
            <a:r>
              <a:rPr lang="en-GB" sz="3200">
                <a:solidFill>
                  <a:srgbClr val="000000"/>
                </a:solidFill>
              </a:rPr>
              <a:t>Model Performance Summary:</a:t>
            </a:r>
            <a:endParaRPr sz="3200">
              <a:solidFill>
                <a:srgbClr val="000000"/>
              </a:solidFill>
            </a:endParaRPr>
          </a:p>
          <a:p>
            <a:pPr marL="0" lvl="0" indent="0" algn="l" rtl="0">
              <a:lnSpc>
                <a:spcPct val="115000"/>
              </a:lnSpc>
              <a:spcBef>
                <a:spcPts val="800"/>
              </a:spcBef>
              <a:spcAft>
                <a:spcPts val="0"/>
              </a:spcAft>
              <a:buNone/>
            </a:pPr>
            <a:r>
              <a:rPr lang="en-GB" sz="3200">
                <a:solidFill>
                  <a:srgbClr val="000000"/>
                </a:solidFill>
                <a:latin typeface="Arial"/>
                <a:ea typeface="Arial"/>
                <a:cs typeface="Arial"/>
                <a:sym typeface="Arial"/>
              </a:rPr>
              <a:t>•</a:t>
            </a:r>
            <a:r>
              <a:rPr lang="en-GB" sz="3200">
                <a:solidFill>
                  <a:srgbClr val="000000"/>
                </a:solidFill>
              </a:rPr>
              <a:t>- Random Forest: 32% Accuracy, 7% Stage IV Recall (Best balance)</a:t>
            </a:r>
            <a:endParaRPr sz="3200">
              <a:solidFill>
                <a:srgbClr val="000000"/>
              </a:solidFill>
            </a:endParaRPr>
          </a:p>
          <a:p>
            <a:pPr marL="0" lvl="0" indent="0" algn="l" rtl="0">
              <a:lnSpc>
                <a:spcPct val="115000"/>
              </a:lnSpc>
              <a:spcBef>
                <a:spcPts val="800"/>
              </a:spcBef>
              <a:spcAft>
                <a:spcPts val="0"/>
              </a:spcAft>
              <a:buNone/>
            </a:pPr>
            <a:r>
              <a:rPr lang="en-GB" sz="3200">
                <a:solidFill>
                  <a:srgbClr val="000000"/>
                </a:solidFill>
                <a:latin typeface="Arial"/>
                <a:ea typeface="Arial"/>
                <a:cs typeface="Arial"/>
                <a:sym typeface="Arial"/>
              </a:rPr>
              <a:t>•</a:t>
            </a:r>
            <a:r>
              <a:rPr lang="en-GB" sz="3200">
                <a:solidFill>
                  <a:srgbClr val="000000"/>
                </a:solidFill>
              </a:rPr>
              <a:t>- XGBoost: 28% Accuracy, 6% Stage IV Recall</a:t>
            </a:r>
            <a:endParaRPr sz="3200">
              <a:solidFill>
                <a:srgbClr val="000000"/>
              </a:solidFill>
            </a:endParaRPr>
          </a:p>
          <a:p>
            <a:pPr marL="0" lvl="0" indent="0" algn="l" rtl="0">
              <a:lnSpc>
                <a:spcPct val="115000"/>
              </a:lnSpc>
              <a:spcBef>
                <a:spcPts val="800"/>
              </a:spcBef>
              <a:spcAft>
                <a:spcPts val="0"/>
              </a:spcAft>
              <a:buNone/>
            </a:pPr>
            <a:r>
              <a:rPr lang="en-GB" sz="3200">
                <a:solidFill>
                  <a:srgbClr val="000000"/>
                </a:solidFill>
                <a:latin typeface="Arial"/>
                <a:ea typeface="Arial"/>
                <a:cs typeface="Arial"/>
                <a:sym typeface="Arial"/>
              </a:rPr>
              <a:t>•</a:t>
            </a:r>
            <a:r>
              <a:rPr lang="en-GB" sz="3200">
                <a:solidFill>
                  <a:srgbClr val="000000"/>
                </a:solidFill>
              </a:rPr>
              <a:t>- XGBoost + SMOTE: 26% Accuracy, 8% Stage IV Recall</a:t>
            </a:r>
            <a:endParaRPr sz="3200">
              <a:solidFill>
                <a:srgbClr val="000000"/>
              </a:solidFill>
            </a:endParaRPr>
          </a:p>
          <a:p>
            <a:pPr marL="0" lvl="0" indent="0" algn="l" rtl="0">
              <a:lnSpc>
                <a:spcPct val="115000"/>
              </a:lnSpc>
              <a:spcBef>
                <a:spcPts val="800"/>
              </a:spcBef>
              <a:spcAft>
                <a:spcPts val="0"/>
              </a:spcAft>
              <a:buNone/>
            </a:pPr>
            <a:endParaRPr sz="3200">
              <a:solidFill>
                <a:srgbClr val="000000"/>
              </a:solidFill>
              <a:latin typeface="Arial"/>
              <a:ea typeface="Arial"/>
              <a:cs typeface="Arial"/>
              <a:sym typeface="Arial"/>
            </a:endParaRPr>
          </a:p>
          <a:p>
            <a:pPr marL="0" lvl="0" indent="0" algn="l" rtl="0">
              <a:lnSpc>
                <a:spcPct val="115000"/>
              </a:lnSpc>
              <a:spcBef>
                <a:spcPts val="800"/>
              </a:spcBef>
              <a:spcAft>
                <a:spcPts val="0"/>
              </a:spcAft>
              <a:buNone/>
            </a:pPr>
            <a:endParaRPr sz="7023">
              <a:solidFill>
                <a:srgbClr val="000000"/>
              </a:solidFill>
              <a:latin typeface="Georgia"/>
              <a:ea typeface="Georgia"/>
              <a:cs typeface="Georgia"/>
              <a:sym typeface="Georgia"/>
            </a:endParaRPr>
          </a:p>
          <a:p>
            <a:pPr marL="0" lvl="0" indent="0" algn="ctr" rtl="0">
              <a:spcBef>
                <a:spcPts val="0"/>
              </a:spcBef>
              <a:spcAft>
                <a:spcPts val="0"/>
              </a:spcAft>
              <a:buNone/>
            </a:pP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20"/>
          <p:cNvSpPr txBox="1">
            <a:spLocks noGrp="1"/>
          </p:cNvSpPr>
          <p:nvPr>
            <p:ph type="subTitle" idx="1"/>
          </p:nvPr>
        </p:nvSpPr>
        <p:spPr>
          <a:xfrm>
            <a:off x="586500" y="527500"/>
            <a:ext cx="3985500" cy="4374300"/>
          </a:xfrm>
          <a:prstGeom prst="rect">
            <a:avLst/>
          </a:prstGeom>
        </p:spPr>
        <p:txBody>
          <a:bodyPr spcFirstLastPara="1" wrap="square" lIns="91425" tIns="91425" rIns="91425" bIns="91425" anchor="t" anchorCtr="0">
            <a:noAutofit/>
          </a:bodyPr>
          <a:lstStyle/>
          <a:p>
            <a:pPr marL="0" lvl="0" indent="0" algn="ctr" rtl="0">
              <a:lnSpc>
                <a:spcPct val="80000"/>
              </a:lnSpc>
              <a:spcBef>
                <a:spcPts val="0"/>
              </a:spcBef>
              <a:spcAft>
                <a:spcPts val="0"/>
              </a:spcAft>
              <a:buSzPts val="440"/>
              <a:buNone/>
            </a:pPr>
            <a:endParaRPr sz="1860">
              <a:solidFill>
                <a:srgbClr val="000000"/>
              </a:solidFill>
              <a:latin typeface="Georgia"/>
              <a:ea typeface="Georgia"/>
              <a:cs typeface="Georgia"/>
              <a:sym typeface="Georgia"/>
            </a:endParaRPr>
          </a:p>
          <a:p>
            <a:pPr marL="0" lvl="0" indent="0" algn="l" rtl="0">
              <a:lnSpc>
                <a:spcPct val="80000"/>
              </a:lnSpc>
              <a:spcBef>
                <a:spcPts val="0"/>
              </a:spcBef>
              <a:spcAft>
                <a:spcPts val="0"/>
              </a:spcAft>
              <a:buSzPts val="440"/>
              <a:buNone/>
            </a:pPr>
            <a:endParaRPr sz="1860">
              <a:solidFill>
                <a:srgbClr val="000000"/>
              </a:solidFill>
              <a:latin typeface="Georgia"/>
              <a:ea typeface="Georgia"/>
              <a:cs typeface="Georgia"/>
              <a:sym typeface="Georgia"/>
            </a:endParaRPr>
          </a:p>
          <a:p>
            <a:pPr marL="0" lvl="0" indent="0" algn="l" rtl="0">
              <a:lnSpc>
                <a:spcPct val="80000"/>
              </a:lnSpc>
              <a:spcBef>
                <a:spcPts val="0"/>
              </a:spcBef>
              <a:spcAft>
                <a:spcPts val="0"/>
              </a:spcAft>
              <a:buSzPts val="440"/>
              <a:buNone/>
            </a:pPr>
            <a:r>
              <a:rPr lang="en-GB" sz="2060" b="1">
                <a:solidFill>
                  <a:srgbClr val="000000"/>
                </a:solidFill>
                <a:latin typeface="Georgia"/>
                <a:ea typeface="Georgia"/>
                <a:cs typeface="Georgia"/>
                <a:sym typeface="Georgia"/>
              </a:rPr>
              <a:t>Clustering Analysis</a:t>
            </a:r>
            <a:endParaRPr sz="2016" b="1">
              <a:solidFill>
                <a:srgbClr val="000000"/>
              </a:solidFill>
              <a:latin typeface="Georgia"/>
              <a:ea typeface="Georgia"/>
              <a:cs typeface="Georgia"/>
              <a:sym typeface="Georgia"/>
            </a:endParaRPr>
          </a:p>
          <a:p>
            <a:pPr marL="0" lvl="0" indent="0" algn="l" rtl="0">
              <a:lnSpc>
                <a:spcPct val="95000"/>
              </a:lnSpc>
              <a:spcBef>
                <a:spcPts val="800"/>
              </a:spcBef>
              <a:spcAft>
                <a:spcPts val="0"/>
              </a:spcAft>
              <a:buSzPts val="440"/>
              <a:buNone/>
            </a:pPr>
            <a:r>
              <a:rPr lang="en-GB" sz="1816">
                <a:solidFill>
                  <a:srgbClr val="000000"/>
                </a:solidFill>
                <a:latin typeface="Georgia"/>
                <a:ea typeface="Georgia"/>
                <a:cs typeface="Georgia"/>
                <a:sym typeface="Georgia"/>
              </a:rPr>
              <a:t>•Goal: Find patient subgroups without labels</a:t>
            </a:r>
            <a:endParaRPr sz="1816">
              <a:solidFill>
                <a:srgbClr val="000000"/>
              </a:solidFill>
              <a:latin typeface="Georgia"/>
              <a:ea typeface="Georgia"/>
              <a:cs typeface="Georgia"/>
              <a:sym typeface="Georgia"/>
            </a:endParaRPr>
          </a:p>
          <a:p>
            <a:pPr marL="0" lvl="0" indent="0" algn="l" rtl="0">
              <a:lnSpc>
                <a:spcPct val="95000"/>
              </a:lnSpc>
              <a:spcBef>
                <a:spcPts val="800"/>
              </a:spcBef>
              <a:spcAft>
                <a:spcPts val="0"/>
              </a:spcAft>
              <a:buSzPts val="440"/>
              <a:buNone/>
            </a:pPr>
            <a:r>
              <a:rPr lang="en-GB" sz="1816">
                <a:solidFill>
                  <a:srgbClr val="000000"/>
                </a:solidFill>
                <a:latin typeface="Georgia"/>
                <a:ea typeface="Georgia"/>
                <a:cs typeface="Georgia"/>
                <a:sym typeface="Georgia"/>
              </a:rPr>
              <a:t>•Method:</a:t>
            </a:r>
            <a:endParaRPr sz="1816">
              <a:solidFill>
                <a:srgbClr val="000000"/>
              </a:solidFill>
              <a:latin typeface="Georgia"/>
              <a:ea typeface="Georgia"/>
              <a:cs typeface="Georgia"/>
              <a:sym typeface="Georgia"/>
            </a:endParaRPr>
          </a:p>
          <a:p>
            <a:pPr marL="0" lvl="0" indent="0" algn="l" rtl="0">
              <a:lnSpc>
                <a:spcPct val="95000"/>
              </a:lnSpc>
              <a:spcBef>
                <a:spcPts val="800"/>
              </a:spcBef>
              <a:spcAft>
                <a:spcPts val="0"/>
              </a:spcAft>
              <a:buSzPts val="440"/>
              <a:buNone/>
            </a:pPr>
            <a:r>
              <a:rPr lang="en-GB" sz="1816">
                <a:solidFill>
                  <a:srgbClr val="000000"/>
                </a:solidFill>
                <a:latin typeface="Georgia"/>
                <a:ea typeface="Georgia"/>
                <a:cs typeface="Georgia"/>
                <a:sym typeface="Georgia"/>
              </a:rPr>
              <a:t>•- KMeans (4 clusters)</a:t>
            </a:r>
            <a:endParaRPr sz="1816">
              <a:solidFill>
                <a:srgbClr val="000000"/>
              </a:solidFill>
              <a:latin typeface="Georgia"/>
              <a:ea typeface="Georgia"/>
              <a:cs typeface="Georgia"/>
              <a:sym typeface="Georgia"/>
            </a:endParaRPr>
          </a:p>
          <a:p>
            <a:pPr marL="0" lvl="0" indent="0" algn="l" rtl="0">
              <a:lnSpc>
                <a:spcPct val="95000"/>
              </a:lnSpc>
              <a:spcBef>
                <a:spcPts val="800"/>
              </a:spcBef>
              <a:spcAft>
                <a:spcPts val="0"/>
              </a:spcAft>
              <a:buSzPts val="440"/>
              <a:buNone/>
            </a:pPr>
            <a:r>
              <a:rPr lang="en-GB" sz="1816">
                <a:solidFill>
                  <a:srgbClr val="000000"/>
                </a:solidFill>
                <a:latin typeface="Georgia"/>
                <a:ea typeface="Georgia"/>
                <a:cs typeface="Georgia"/>
                <a:sym typeface="Georgia"/>
              </a:rPr>
              <a:t>•- PCA for 2D visualization</a:t>
            </a:r>
            <a:endParaRPr sz="1816">
              <a:solidFill>
                <a:srgbClr val="000000"/>
              </a:solidFill>
              <a:latin typeface="Georgia"/>
              <a:ea typeface="Georgia"/>
              <a:cs typeface="Georgia"/>
              <a:sym typeface="Georgia"/>
            </a:endParaRPr>
          </a:p>
          <a:p>
            <a:pPr marL="0" lvl="0" indent="0" algn="l" rtl="0">
              <a:lnSpc>
                <a:spcPct val="95000"/>
              </a:lnSpc>
              <a:spcBef>
                <a:spcPts val="800"/>
              </a:spcBef>
              <a:spcAft>
                <a:spcPts val="0"/>
              </a:spcAft>
              <a:buSzPts val="440"/>
              <a:buNone/>
            </a:pPr>
            <a:r>
              <a:rPr lang="en-GB" sz="1816">
                <a:solidFill>
                  <a:srgbClr val="000000"/>
                </a:solidFill>
                <a:latin typeface="Georgia"/>
                <a:ea typeface="Georgia"/>
                <a:cs typeface="Georgia"/>
                <a:sym typeface="Georgia"/>
              </a:rPr>
              <a:t>•Features Used:</a:t>
            </a:r>
            <a:endParaRPr sz="1816">
              <a:solidFill>
                <a:srgbClr val="000000"/>
              </a:solidFill>
              <a:latin typeface="Georgia"/>
              <a:ea typeface="Georgia"/>
              <a:cs typeface="Georgia"/>
              <a:sym typeface="Georgia"/>
            </a:endParaRPr>
          </a:p>
          <a:p>
            <a:pPr marL="0" lvl="0" indent="0" algn="l" rtl="0">
              <a:lnSpc>
                <a:spcPct val="95000"/>
              </a:lnSpc>
              <a:spcBef>
                <a:spcPts val="800"/>
              </a:spcBef>
              <a:spcAft>
                <a:spcPts val="0"/>
              </a:spcAft>
              <a:buSzPts val="440"/>
              <a:buNone/>
            </a:pPr>
            <a:r>
              <a:rPr lang="en-GB" sz="1816">
                <a:solidFill>
                  <a:srgbClr val="000000"/>
                </a:solidFill>
                <a:latin typeface="Georgia"/>
                <a:ea typeface="Georgia"/>
                <a:cs typeface="Georgia"/>
                <a:sym typeface="Georgia"/>
              </a:rPr>
              <a:t>•- Age, Gender, Nationality, Ethnicity, Smoking, Cancer Type, Weight, Height</a:t>
            </a:r>
            <a:endParaRPr sz="1816">
              <a:solidFill>
                <a:srgbClr val="000000"/>
              </a:solidFill>
              <a:latin typeface="Georgia"/>
              <a:ea typeface="Georgia"/>
              <a:cs typeface="Georgia"/>
              <a:sym typeface="Georgia"/>
            </a:endParaRPr>
          </a:p>
          <a:p>
            <a:pPr marL="0" lvl="0" indent="0" algn="l" rtl="0">
              <a:lnSpc>
                <a:spcPct val="95000"/>
              </a:lnSpc>
              <a:spcBef>
                <a:spcPts val="800"/>
              </a:spcBef>
              <a:spcAft>
                <a:spcPts val="0"/>
              </a:spcAft>
              <a:buSzPts val="440"/>
              <a:buNone/>
            </a:pPr>
            <a:endParaRPr sz="1380">
              <a:solidFill>
                <a:srgbClr val="000000"/>
              </a:solidFill>
              <a:latin typeface="Georgia"/>
              <a:ea typeface="Georgia"/>
              <a:cs typeface="Georgia"/>
              <a:sym typeface="Georgia"/>
            </a:endParaRPr>
          </a:p>
          <a:p>
            <a:pPr marL="0" lvl="0" indent="0" algn="l" rtl="0">
              <a:lnSpc>
                <a:spcPct val="95000"/>
              </a:lnSpc>
              <a:spcBef>
                <a:spcPts val="800"/>
              </a:spcBef>
              <a:spcAft>
                <a:spcPts val="0"/>
              </a:spcAft>
              <a:buSzPts val="440"/>
              <a:buNone/>
            </a:pPr>
            <a:endParaRPr sz="1380">
              <a:solidFill>
                <a:srgbClr val="000000"/>
              </a:solidFill>
              <a:latin typeface="Georgia"/>
              <a:ea typeface="Georgia"/>
              <a:cs typeface="Georgia"/>
              <a:sym typeface="Georgia"/>
            </a:endParaRPr>
          </a:p>
          <a:p>
            <a:pPr marL="0" lvl="0" indent="0" algn="ctr" rtl="0">
              <a:lnSpc>
                <a:spcPct val="80000"/>
              </a:lnSpc>
              <a:spcBef>
                <a:spcPts val="0"/>
              </a:spcBef>
              <a:spcAft>
                <a:spcPts val="0"/>
              </a:spcAft>
              <a:buSzPts val="440"/>
              <a:buNone/>
            </a:pPr>
            <a:endParaRPr sz="740">
              <a:latin typeface="Georgia"/>
              <a:ea typeface="Georgia"/>
              <a:cs typeface="Georgia"/>
              <a:sym typeface="Georgia"/>
            </a:endParaRPr>
          </a:p>
        </p:txBody>
      </p:sp>
      <p:sp>
        <p:nvSpPr>
          <p:cNvPr id="171" name="Google Shape;171;p20"/>
          <p:cNvSpPr txBox="1">
            <a:spLocks noGrp="1"/>
          </p:cNvSpPr>
          <p:nvPr>
            <p:ph type="subTitle" idx="1"/>
          </p:nvPr>
        </p:nvSpPr>
        <p:spPr>
          <a:xfrm>
            <a:off x="4695450" y="798100"/>
            <a:ext cx="3696600" cy="4103700"/>
          </a:xfrm>
          <a:prstGeom prst="rect">
            <a:avLst/>
          </a:prstGeom>
        </p:spPr>
        <p:txBody>
          <a:bodyPr spcFirstLastPara="1" wrap="square" lIns="91425" tIns="91425" rIns="91425" bIns="91425" anchor="t" anchorCtr="0">
            <a:normAutofit fontScale="25000"/>
          </a:bodyPr>
          <a:lstStyle/>
          <a:p>
            <a:pPr marL="0" lvl="0" indent="0" algn="l" rtl="0">
              <a:lnSpc>
                <a:spcPct val="115000"/>
              </a:lnSpc>
              <a:spcBef>
                <a:spcPts val="800"/>
              </a:spcBef>
              <a:spcAft>
                <a:spcPts val="0"/>
              </a:spcAft>
              <a:buNone/>
            </a:pPr>
            <a:r>
              <a:rPr lang="en-GB" sz="8127">
                <a:solidFill>
                  <a:srgbClr val="000000"/>
                </a:solidFill>
                <a:latin typeface="Georgia"/>
                <a:ea typeface="Georgia"/>
                <a:cs typeface="Georgia"/>
                <a:sym typeface="Georgia"/>
              </a:rPr>
              <a:t>•</a:t>
            </a:r>
            <a:r>
              <a:rPr lang="en-GB" sz="8127" b="1">
                <a:solidFill>
                  <a:srgbClr val="000000"/>
                </a:solidFill>
                <a:latin typeface="Georgia"/>
                <a:ea typeface="Georgia"/>
                <a:cs typeface="Georgia"/>
                <a:sym typeface="Georgia"/>
              </a:rPr>
              <a:t>Cluster Insights:</a:t>
            </a:r>
            <a:endParaRPr sz="8127" b="1">
              <a:solidFill>
                <a:srgbClr val="000000"/>
              </a:solidFill>
              <a:latin typeface="Georgia"/>
              <a:ea typeface="Georgia"/>
              <a:cs typeface="Georgia"/>
              <a:sym typeface="Georgia"/>
            </a:endParaRPr>
          </a:p>
          <a:p>
            <a:pPr marL="0" lvl="0" indent="0" algn="l" rtl="0">
              <a:lnSpc>
                <a:spcPct val="115000"/>
              </a:lnSpc>
              <a:spcBef>
                <a:spcPts val="800"/>
              </a:spcBef>
              <a:spcAft>
                <a:spcPts val="0"/>
              </a:spcAft>
              <a:buNone/>
            </a:pPr>
            <a:r>
              <a:rPr lang="en-GB" sz="8127">
                <a:solidFill>
                  <a:srgbClr val="000000"/>
                </a:solidFill>
                <a:latin typeface="Georgia"/>
                <a:ea typeface="Georgia"/>
                <a:cs typeface="Georgia"/>
                <a:sym typeface="Georgia"/>
              </a:rPr>
              <a:t>•- Cluster 0: Mostly male, non-smokers</a:t>
            </a:r>
            <a:endParaRPr sz="8127">
              <a:solidFill>
                <a:srgbClr val="000000"/>
              </a:solidFill>
              <a:latin typeface="Georgia"/>
              <a:ea typeface="Georgia"/>
              <a:cs typeface="Georgia"/>
              <a:sym typeface="Georgia"/>
            </a:endParaRPr>
          </a:p>
          <a:p>
            <a:pPr marL="0" lvl="0" indent="0" algn="l" rtl="0">
              <a:lnSpc>
                <a:spcPct val="115000"/>
              </a:lnSpc>
              <a:spcBef>
                <a:spcPts val="800"/>
              </a:spcBef>
              <a:spcAft>
                <a:spcPts val="0"/>
              </a:spcAft>
              <a:buNone/>
            </a:pPr>
            <a:r>
              <a:rPr lang="en-GB" sz="8127">
                <a:solidFill>
                  <a:srgbClr val="000000"/>
                </a:solidFill>
                <a:latin typeface="Georgia"/>
                <a:ea typeface="Georgia"/>
                <a:cs typeface="Georgia"/>
                <a:sym typeface="Georgia"/>
              </a:rPr>
              <a:t>•- Cluster 1: Majority female, highest smoking rate</a:t>
            </a:r>
            <a:endParaRPr sz="8127">
              <a:solidFill>
                <a:srgbClr val="000000"/>
              </a:solidFill>
              <a:latin typeface="Georgia"/>
              <a:ea typeface="Georgia"/>
              <a:cs typeface="Georgia"/>
              <a:sym typeface="Georgia"/>
            </a:endParaRPr>
          </a:p>
          <a:p>
            <a:pPr marL="0" lvl="0" indent="0" algn="l" rtl="0">
              <a:lnSpc>
                <a:spcPct val="115000"/>
              </a:lnSpc>
              <a:spcBef>
                <a:spcPts val="800"/>
              </a:spcBef>
              <a:spcAft>
                <a:spcPts val="0"/>
              </a:spcAft>
              <a:buNone/>
            </a:pPr>
            <a:r>
              <a:rPr lang="en-GB" sz="8127">
                <a:solidFill>
                  <a:srgbClr val="000000"/>
                </a:solidFill>
                <a:latin typeface="Georgia"/>
                <a:ea typeface="Georgia"/>
                <a:cs typeface="Georgia"/>
                <a:sym typeface="Georgia"/>
              </a:rPr>
              <a:t>•- Cluster 2: Mixed gender, mostly foreign nationals</a:t>
            </a:r>
            <a:endParaRPr sz="8127">
              <a:solidFill>
                <a:srgbClr val="000000"/>
              </a:solidFill>
              <a:latin typeface="Georgia"/>
              <a:ea typeface="Georgia"/>
              <a:cs typeface="Georgia"/>
              <a:sym typeface="Georgia"/>
            </a:endParaRPr>
          </a:p>
          <a:p>
            <a:pPr marL="0" lvl="0" indent="0" algn="l" rtl="0">
              <a:lnSpc>
                <a:spcPct val="115000"/>
              </a:lnSpc>
              <a:spcBef>
                <a:spcPts val="800"/>
              </a:spcBef>
              <a:spcAft>
                <a:spcPts val="0"/>
              </a:spcAft>
              <a:buNone/>
            </a:pPr>
            <a:r>
              <a:rPr lang="en-GB" sz="8127">
                <a:solidFill>
                  <a:srgbClr val="000000"/>
                </a:solidFill>
                <a:latin typeface="Georgia"/>
                <a:ea typeface="Georgia"/>
                <a:cs typeface="Georgia"/>
                <a:sym typeface="Georgia"/>
              </a:rPr>
              <a:t>•- Cluster 3: Entirely female, all local nationality</a:t>
            </a:r>
            <a:endParaRPr sz="4292">
              <a:solidFill>
                <a:srgbClr val="000000"/>
              </a:solidFill>
              <a:latin typeface="Georgia"/>
              <a:ea typeface="Georgia"/>
              <a:cs typeface="Georgia"/>
              <a:sym typeface="Georgia"/>
            </a:endParaRPr>
          </a:p>
          <a:p>
            <a:pPr marL="0" lvl="0" indent="0" algn="l" rtl="0">
              <a:lnSpc>
                <a:spcPct val="115000"/>
              </a:lnSpc>
              <a:spcBef>
                <a:spcPts val="800"/>
              </a:spcBef>
              <a:spcAft>
                <a:spcPts val="0"/>
              </a:spcAft>
              <a:buNone/>
            </a:pPr>
            <a:endParaRPr sz="3200">
              <a:solidFill>
                <a:srgbClr val="000000"/>
              </a:solidFill>
              <a:latin typeface="Arial"/>
              <a:ea typeface="Arial"/>
              <a:cs typeface="Arial"/>
              <a:sym typeface="Arial"/>
            </a:endParaRPr>
          </a:p>
          <a:p>
            <a:pPr marL="0" lvl="0" indent="0" algn="ctr" rtl="0">
              <a:spcBef>
                <a:spcPts val="0"/>
              </a:spcBef>
              <a:spcAft>
                <a:spcPts val="0"/>
              </a:spcAft>
              <a:buNone/>
            </a:pP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p21"/>
          <p:cNvSpPr txBox="1">
            <a:spLocks noGrp="1"/>
          </p:cNvSpPr>
          <p:nvPr>
            <p:ph type="subTitle" idx="1"/>
          </p:nvPr>
        </p:nvSpPr>
        <p:spPr>
          <a:xfrm>
            <a:off x="417075" y="1057350"/>
            <a:ext cx="8557500" cy="3028800"/>
          </a:xfrm>
          <a:prstGeom prst="rect">
            <a:avLst/>
          </a:prstGeom>
        </p:spPr>
        <p:txBody>
          <a:bodyPr spcFirstLastPara="1" wrap="square" lIns="91425" tIns="91425" rIns="91425" bIns="91425" anchor="t" anchorCtr="0">
            <a:normAutofit fontScale="25000" lnSpcReduction="20000"/>
          </a:bodyPr>
          <a:lstStyle/>
          <a:p>
            <a:pPr marL="0" lvl="0" indent="0" algn="l" rtl="0">
              <a:lnSpc>
                <a:spcPct val="115000"/>
              </a:lnSpc>
              <a:spcBef>
                <a:spcPts val="800"/>
              </a:spcBef>
              <a:spcAft>
                <a:spcPts val="0"/>
              </a:spcAft>
              <a:buNone/>
            </a:pPr>
            <a:r>
              <a:rPr lang="en-GB" sz="8830">
                <a:solidFill>
                  <a:srgbClr val="000000"/>
                </a:solidFill>
                <a:latin typeface="Georgia"/>
                <a:ea typeface="Georgia"/>
                <a:cs typeface="Georgia"/>
                <a:sym typeface="Georgia"/>
              </a:rPr>
              <a:t>•Languages/Libraries:</a:t>
            </a:r>
            <a:endParaRPr sz="8830">
              <a:solidFill>
                <a:srgbClr val="000000"/>
              </a:solidFill>
              <a:latin typeface="Georgia"/>
              <a:ea typeface="Georgia"/>
              <a:cs typeface="Georgia"/>
              <a:sym typeface="Georgia"/>
            </a:endParaRPr>
          </a:p>
          <a:p>
            <a:pPr marL="0" lvl="0" indent="0" algn="l" rtl="0">
              <a:lnSpc>
                <a:spcPct val="115000"/>
              </a:lnSpc>
              <a:spcBef>
                <a:spcPts val="800"/>
              </a:spcBef>
              <a:spcAft>
                <a:spcPts val="0"/>
              </a:spcAft>
              <a:buNone/>
            </a:pPr>
            <a:r>
              <a:rPr lang="en-GB" sz="8830">
                <a:solidFill>
                  <a:srgbClr val="000000"/>
                </a:solidFill>
                <a:latin typeface="Georgia"/>
                <a:ea typeface="Georgia"/>
                <a:cs typeface="Georgia"/>
                <a:sym typeface="Georgia"/>
              </a:rPr>
              <a:t>•- Python, pandas, numpy, seaborn, scikit-learn</a:t>
            </a:r>
            <a:endParaRPr sz="8830">
              <a:solidFill>
                <a:srgbClr val="000000"/>
              </a:solidFill>
              <a:latin typeface="Georgia"/>
              <a:ea typeface="Georgia"/>
              <a:cs typeface="Georgia"/>
              <a:sym typeface="Georgia"/>
            </a:endParaRPr>
          </a:p>
          <a:p>
            <a:pPr marL="0" lvl="0" indent="0" algn="l" rtl="0">
              <a:lnSpc>
                <a:spcPct val="115000"/>
              </a:lnSpc>
              <a:spcBef>
                <a:spcPts val="800"/>
              </a:spcBef>
              <a:spcAft>
                <a:spcPts val="0"/>
              </a:spcAft>
              <a:buNone/>
            </a:pPr>
            <a:r>
              <a:rPr lang="en-GB" sz="8830">
                <a:solidFill>
                  <a:srgbClr val="000000"/>
                </a:solidFill>
                <a:latin typeface="Georgia"/>
                <a:ea typeface="Georgia"/>
                <a:cs typeface="Georgia"/>
                <a:sym typeface="Georgia"/>
              </a:rPr>
              <a:t>•- XGBoost, imbalanced-learn (SMOTE), PCA</a:t>
            </a:r>
            <a:endParaRPr sz="8830">
              <a:solidFill>
                <a:srgbClr val="000000"/>
              </a:solidFill>
              <a:latin typeface="Georgia"/>
              <a:ea typeface="Georgia"/>
              <a:cs typeface="Georgia"/>
              <a:sym typeface="Georgia"/>
            </a:endParaRPr>
          </a:p>
          <a:p>
            <a:pPr marL="0" lvl="0" indent="0" algn="l" rtl="0">
              <a:lnSpc>
                <a:spcPct val="115000"/>
              </a:lnSpc>
              <a:spcBef>
                <a:spcPts val="800"/>
              </a:spcBef>
              <a:spcAft>
                <a:spcPts val="0"/>
              </a:spcAft>
              <a:buNone/>
            </a:pPr>
            <a:r>
              <a:rPr lang="en-GB" sz="8830">
                <a:solidFill>
                  <a:srgbClr val="000000"/>
                </a:solidFill>
                <a:latin typeface="Georgia"/>
                <a:ea typeface="Georgia"/>
                <a:cs typeface="Georgia"/>
                <a:sym typeface="Georgia"/>
              </a:rPr>
              <a:t>•Deliverables:</a:t>
            </a:r>
            <a:endParaRPr sz="8830">
              <a:solidFill>
                <a:srgbClr val="000000"/>
              </a:solidFill>
              <a:latin typeface="Georgia"/>
              <a:ea typeface="Georgia"/>
              <a:cs typeface="Georgia"/>
              <a:sym typeface="Georgia"/>
            </a:endParaRPr>
          </a:p>
          <a:p>
            <a:pPr marL="0" lvl="0" indent="0" algn="l" rtl="0">
              <a:lnSpc>
                <a:spcPct val="115000"/>
              </a:lnSpc>
              <a:spcBef>
                <a:spcPts val="800"/>
              </a:spcBef>
              <a:spcAft>
                <a:spcPts val="0"/>
              </a:spcAft>
              <a:buNone/>
            </a:pPr>
            <a:r>
              <a:rPr lang="en-GB" sz="8830">
                <a:solidFill>
                  <a:srgbClr val="000000"/>
                </a:solidFill>
                <a:latin typeface="Georgia"/>
                <a:ea typeface="Georgia"/>
                <a:cs typeface="Georgia"/>
                <a:sym typeface="Georgia"/>
              </a:rPr>
              <a:t>•- EDA0.ipynb, cancer_modeling.ipynb</a:t>
            </a:r>
            <a:endParaRPr sz="8830">
              <a:solidFill>
                <a:srgbClr val="000000"/>
              </a:solidFill>
              <a:latin typeface="Georgia"/>
              <a:ea typeface="Georgia"/>
              <a:cs typeface="Georgia"/>
              <a:sym typeface="Georgia"/>
            </a:endParaRPr>
          </a:p>
          <a:p>
            <a:pPr marL="0" lvl="0" indent="0" algn="l" rtl="0">
              <a:lnSpc>
                <a:spcPct val="115000"/>
              </a:lnSpc>
              <a:spcBef>
                <a:spcPts val="800"/>
              </a:spcBef>
              <a:spcAft>
                <a:spcPts val="0"/>
              </a:spcAft>
              <a:buNone/>
            </a:pPr>
            <a:r>
              <a:rPr lang="en-GB" sz="8830">
                <a:solidFill>
                  <a:srgbClr val="000000"/>
                </a:solidFill>
                <a:latin typeface="Georgia"/>
                <a:ea typeface="Georgia"/>
                <a:cs typeface="Georgia"/>
                <a:sym typeface="Georgia"/>
              </a:rPr>
              <a:t>•- Cluster visualizations</a:t>
            </a:r>
            <a:endParaRPr sz="8830">
              <a:solidFill>
                <a:srgbClr val="000000"/>
              </a:solidFill>
              <a:latin typeface="Georgia"/>
              <a:ea typeface="Georgia"/>
              <a:cs typeface="Georgia"/>
              <a:sym typeface="Georgia"/>
            </a:endParaRPr>
          </a:p>
          <a:p>
            <a:pPr marL="0" lvl="0" indent="0" algn="l" rtl="0">
              <a:lnSpc>
                <a:spcPct val="115000"/>
              </a:lnSpc>
              <a:spcBef>
                <a:spcPts val="800"/>
              </a:spcBef>
              <a:spcAft>
                <a:spcPts val="0"/>
              </a:spcAft>
              <a:buNone/>
            </a:pPr>
            <a:r>
              <a:rPr lang="en-GB" sz="8830">
                <a:solidFill>
                  <a:srgbClr val="000000"/>
                </a:solidFill>
                <a:latin typeface="Georgia"/>
                <a:ea typeface="Georgia"/>
                <a:cs typeface="Georgia"/>
                <a:sym typeface="Georgia"/>
              </a:rPr>
              <a:t>•- GitHub repo</a:t>
            </a:r>
            <a:endParaRPr sz="8830">
              <a:solidFill>
                <a:srgbClr val="000000"/>
              </a:solidFill>
              <a:latin typeface="Georgia"/>
              <a:ea typeface="Georgia"/>
              <a:cs typeface="Georgia"/>
              <a:sym typeface="Georgia"/>
            </a:endParaRPr>
          </a:p>
          <a:p>
            <a:pPr marL="0" lvl="0" indent="0" algn="l" rtl="0">
              <a:lnSpc>
                <a:spcPct val="115000"/>
              </a:lnSpc>
              <a:spcBef>
                <a:spcPts val="800"/>
              </a:spcBef>
              <a:spcAft>
                <a:spcPts val="0"/>
              </a:spcAft>
              <a:buNone/>
            </a:pPr>
            <a:endParaRPr sz="4292">
              <a:solidFill>
                <a:srgbClr val="000000"/>
              </a:solidFill>
              <a:latin typeface="Georgia"/>
              <a:ea typeface="Georgia"/>
              <a:cs typeface="Georgia"/>
              <a:sym typeface="Georgia"/>
            </a:endParaRPr>
          </a:p>
          <a:p>
            <a:pPr marL="0" lvl="0" indent="0" algn="l" rtl="0">
              <a:lnSpc>
                <a:spcPct val="115000"/>
              </a:lnSpc>
              <a:spcBef>
                <a:spcPts val="800"/>
              </a:spcBef>
              <a:spcAft>
                <a:spcPts val="0"/>
              </a:spcAft>
              <a:buNone/>
            </a:pPr>
            <a:endParaRPr sz="3200">
              <a:solidFill>
                <a:srgbClr val="000000"/>
              </a:solidFill>
            </a:endParaRPr>
          </a:p>
          <a:p>
            <a:pPr marL="0" lvl="0" indent="0" algn="l" rtl="0">
              <a:lnSpc>
                <a:spcPct val="115000"/>
              </a:lnSpc>
              <a:spcBef>
                <a:spcPts val="800"/>
              </a:spcBef>
              <a:spcAft>
                <a:spcPts val="0"/>
              </a:spcAft>
              <a:buNone/>
            </a:pPr>
            <a:endParaRPr sz="3200">
              <a:solidFill>
                <a:srgbClr val="000000"/>
              </a:solidFill>
              <a:latin typeface="Arial"/>
              <a:ea typeface="Arial"/>
              <a:cs typeface="Arial"/>
              <a:sym typeface="Arial"/>
            </a:endParaRPr>
          </a:p>
          <a:p>
            <a:pPr marL="0" lvl="0" indent="0" algn="ctr" rtl="0">
              <a:spcBef>
                <a:spcPts val="0"/>
              </a:spcBef>
              <a:spcAft>
                <a:spcPts val="0"/>
              </a:spcAft>
              <a:buNone/>
            </a:pPr>
            <a:endParaRPr/>
          </a:p>
        </p:txBody>
      </p:sp>
      <p:sp>
        <p:nvSpPr>
          <p:cNvPr id="177" name="Google Shape;177;p21"/>
          <p:cNvSpPr txBox="1">
            <a:spLocks noGrp="1"/>
          </p:cNvSpPr>
          <p:nvPr>
            <p:ph type="subTitle" idx="1"/>
          </p:nvPr>
        </p:nvSpPr>
        <p:spPr>
          <a:xfrm>
            <a:off x="2259750" y="248700"/>
            <a:ext cx="4962600" cy="702900"/>
          </a:xfrm>
          <a:prstGeom prst="rect">
            <a:avLst/>
          </a:prstGeom>
        </p:spPr>
        <p:txBody>
          <a:bodyPr spcFirstLastPara="1" wrap="square" lIns="91425" tIns="91425" rIns="91425" bIns="91425" anchor="t" anchorCtr="0">
            <a:normAutofit fontScale="92500" lnSpcReduction="20000"/>
          </a:bodyPr>
          <a:lstStyle/>
          <a:p>
            <a:pPr marL="0" lvl="0" indent="0" algn="ctr" rtl="0">
              <a:spcBef>
                <a:spcPts val="0"/>
              </a:spcBef>
              <a:spcAft>
                <a:spcPts val="0"/>
              </a:spcAft>
              <a:buNone/>
            </a:pPr>
            <a:r>
              <a:rPr lang="en-GB" sz="4400">
                <a:solidFill>
                  <a:srgbClr val="000000"/>
                </a:solidFill>
              </a:rPr>
              <a:t>Tools &amp; Deliverables</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2" name="Google Shape;182;p22"/>
          <p:cNvSpPr txBox="1">
            <a:spLocks noGrp="1"/>
          </p:cNvSpPr>
          <p:nvPr>
            <p:ph type="subTitle" idx="1"/>
          </p:nvPr>
        </p:nvSpPr>
        <p:spPr>
          <a:xfrm>
            <a:off x="371875" y="638250"/>
            <a:ext cx="8512200" cy="4286100"/>
          </a:xfrm>
          <a:prstGeom prst="rect">
            <a:avLst/>
          </a:prstGeom>
        </p:spPr>
        <p:txBody>
          <a:bodyPr spcFirstLastPara="1" wrap="square" lIns="91425" tIns="91425" rIns="91425" bIns="91425" anchor="t" anchorCtr="0">
            <a:normAutofit fontScale="25000" lnSpcReduction="10000"/>
          </a:bodyPr>
          <a:lstStyle/>
          <a:p>
            <a:pPr marL="0" lvl="0" indent="0" algn="l" rtl="0">
              <a:lnSpc>
                <a:spcPct val="115000"/>
              </a:lnSpc>
              <a:spcBef>
                <a:spcPts val="1400"/>
              </a:spcBef>
              <a:spcAft>
                <a:spcPts val="0"/>
              </a:spcAft>
              <a:buNone/>
            </a:pPr>
            <a:r>
              <a:rPr lang="en-GB" sz="4700" b="1">
                <a:solidFill>
                  <a:srgbClr val="000000"/>
                </a:solidFill>
                <a:latin typeface="Georgia"/>
                <a:ea typeface="Georgia"/>
                <a:cs typeface="Georgia"/>
                <a:sym typeface="Georgia"/>
              </a:rPr>
              <a:t>🔍 Findings</a:t>
            </a:r>
            <a:endParaRPr sz="4700" b="1">
              <a:solidFill>
                <a:srgbClr val="000000"/>
              </a:solidFill>
              <a:latin typeface="Georgia"/>
              <a:ea typeface="Georgia"/>
              <a:cs typeface="Georgia"/>
              <a:sym typeface="Georgia"/>
            </a:endParaRPr>
          </a:p>
          <a:p>
            <a:pPr marL="0" lvl="0" indent="0" algn="l" rtl="0">
              <a:lnSpc>
                <a:spcPct val="115000"/>
              </a:lnSpc>
              <a:spcBef>
                <a:spcPts val="1200"/>
              </a:spcBef>
              <a:spcAft>
                <a:spcPts val="0"/>
              </a:spcAft>
              <a:buNone/>
            </a:pPr>
            <a:r>
              <a:rPr lang="en-GB" sz="4700">
                <a:solidFill>
                  <a:srgbClr val="000000"/>
                </a:solidFill>
                <a:latin typeface="Georgia"/>
                <a:ea typeface="Georgia"/>
                <a:cs typeface="Georgia"/>
                <a:sym typeface="Georgia"/>
              </a:rPr>
              <a:t>Exploratory analysis revealed that recovery rates vary by year, cancer type, and smoking status, with smokers experiencing notably lower recovery. Predictive models struggled to accurately classify late-stage cancer, with the best model achieving only 32% accuracy. Clustering uncovered four distinct patient groups characterized by gender, smoking habits, and nationality, suggesting diverse treatment needs.</a:t>
            </a:r>
            <a:endParaRPr sz="4700" b="1">
              <a:solidFill>
                <a:srgbClr val="000000"/>
              </a:solidFill>
              <a:latin typeface="Georgia"/>
              <a:ea typeface="Georgia"/>
              <a:cs typeface="Georgia"/>
              <a:sym typeface="Georgia"/>
            </a:endParaRPr>
          </a:p>
          <a:p>
            <a:pPr marL="0" lvl="0" indent="0" algn="l" rtl="0">
              <a:lnSpc>
                <a:spcPct val="115000"/>
              </a:lnSpc>
              <a:spcBef>
                <a:spcPts val="1800"/>
              </a:spcBef>
              <a:spcAft>
                <a:spcPts val="0"/>
              </a:spcAft>
              <a:buNone/>
            </a:pPr>
            <a:r>
              <a:rPr lang="en-GB" sz="4700" b="1">
                <a:solidFill>
                  <a:srgbClr val="000000"/>
                </a:solidFill>
                <a:latin typeface="Georgia"/>
                <a:ea typeface="Georgia"/>
                <a:cs typeface="Georgia"/>
                <a:sym typeface="Georgia"/>
              </a:rPr>
              <a:t>🧾 Summary</a:t>
            </a:r>
            <a:endParaRPr sz="4700" b="1">
              <a:solidFill>
                <a:srgbClr val="000000"/>
              </a:solidFill>
              <a:latin typeface="Georgia"/>
              <a:ea typeface="Georgia"/>
              <a:cs typeface="Georgia"/>
              <a:sym typeface="Georgia"/>
            </a:endParaRPr>
          </a:p>
          <a:p>
            <a:pPr marL="0" lvl="0" indent="0" algn="l" rtl="0">
              <a:lnSpc>
                <a:spcPct val="115000"/>
              </a:lnSpc>
              <a:spcBef>
                <a:spcPts val="1200"/>
              </a:spcBef>
              <a:spcAft>
                <a:spcPts val="0"/>
              </a:spcAft>
              <a:buNone/>
            </a:pPr>
            <a:r>
              <a:rPr lang="en-GB" sz="4700">
                <a:solidFill>
                  <a:srgbClr val="000000"/>
                </a:solidFill>
                <a:latin typeface="Georgia"/>
                <a:ea typeface="Georgia"/>
                <a:cs typeface="Georgia"/>
                <a:sym typeface="Georgia"/>
              </a:rPr>
              <a:t>This machine learning project aimed to support early diagnosis, stage classification, and treatment personalization for cancer patients in the UAE. Through EDA, we discovered key trends in recovery based on demographics and lifestyle. Predictive modeling revealed the difficulty in classifying late-stage cancer due to class imbalance and feature limitations. Clustering uncovered distinct patient subgroups that could benefit from tailored care approaches.</a:t>
            </a:r>
            <a:endParaRPr sz="4700">
              <a:solidFill>
                <a:srgbClr val="000000"/>
              </a:solidFill>
              <a:latin typeface="Georgia"/>
              <a:ea typeface="Georgia"/>
              <a:cs typeface="Georgia"/>
              <a:sym typeface="Georgia"/>
            </a:endParaRPr>
          </a:p>
          <a:p>
            <a:pPr marL="0" lvl="0" indent="0" algn="l" rtl="0">
              <a:lnSpc>
                <a:spcPct val="115000"/>
              </a:lnSpc>
              <a:spcBef>
                <a:spcPts val="1400"/>
              </a:spcBef>
              <a:spcAft>
                <a:spcPts val="0"/>
              </a:spcAft>
              <a:buNone/>
            </a:pPr>
            <a:r>
              <a:rPr lang="en-GB" sz="4700" b="1">
                <a:solidFill>
                  <a:srgbClr val="000000"/>
                </a:solidFill>
                <a:latin typeface="Georgia"/>
                <a:ea typeface="Georgia"/>
                <a:cs typeface="Georgia"/>
                <a:sym typeface="Georgia"/>
              </a:rPr>
              <a:t>✅ Recommendations</a:t>
            </a:r>
            <a:endParaRPr sz="4700" b="1">
              <a:solidFill>
                <a:srgbClr val="000000"/>
              </a:solidFill>
              <a:latin typeface="Georgia"/>
              <a:ea typeface="Georgia"/>
              <a:cs typeface="Georgia"/>
              <a:sym typeface="Georgia"/>
            </a:endParaRPr>
          </a:p>
          <a:p>
            <a:pPr marL="0" lvl="0" indent="0" algn="l" rtl="0">
              <a:lnSpc>
                <a:spcPct val="115000"/>
              </a:lnSpc>
              <a:spcBef>
                <a:spcPts val="1200"/>
              </a:spcBef>
              <a:spcAft>
                <a:spcPts val="0"/>
              </a:spcAft>
              <a:buNone/>
            </a:pPr>
            <a:r>
              <a:rPr lang="en-GB" sz="4700">
                <a:solidFill>
                  <a:srgbClr val="000000"/>
                </a:solidFill>
                <a:latin typeface="Georgia"/>
                <a:ea typeface="Georgia"/>
                <a:cs typeface="Georgia"/>
                <a:sym typeface="Georgia"/>
              </a:rPr>
              <a:t>To improve outcomes, healthcare providers should prioritize early screening and develop targeted smoking cessation initiatives for high-risk groups. More balanced datasets and additional medical features are needed to enhance model performance and reliability. Policymakers should use patient clusters to guide personalized treatment plans and public health outreach.</a:t>
            </a:r>
            <a:endParaRPr sz="4700">
              <a:solidFill>
                <a:srgbClr val="000000"/>
              </a:solidFill>
              <a:latin typeface="Georgia"/>
              <a:ea typeface="Georgia"/>
              <a:cs typeface="Georgia"/>
              <a:sym typeface="Georgia"/>
            </a:endParaRPr>
          </a:p>
          <a:p>
            <a:pPr marL="0" lvl="0" indent="0" algn="l" rtl="0">
              <a:lnSpc>
                <a:spcPct val="115000"/>
              </a:lnSpc>
              <a:spcBef>
                <a:spcPts val="1200"/>
              </a:spcBef>
              <a:spcAft>
                <a:spcPts val="0"/>
              </a:spcAft>
              <a:buNone/>
            </a:pPr>
            <a:endParaRPr sz="3200">
              <a:solidFill>
                <a:srgbClr val="000000"/>
              </a:solidFill>
              <a:latin typeface="Arial"/>
              <a:ea typeface="Arial"/>
              <a:cs typeface="Arial"/>
              <a:sym typeface="Arial"/>
            </a:endParaRPr>
          </a:p>
          <a:p>
            <a:pPr marL="0" lvl="0" indent="0" algn="ctr" rtl="0">
              <a:spcBef>
                <a:spcPts val="0"/>
              </a:spcBef>
              <a:spcAft>
                <a:spcPts val="0"/>
              </a:spcAft>
              <a:buNone/>
            </a:pPr>
            <a:endParaRPr/>
          </a:p>
        </p:txBody>
      </p:sp>
      <p:sp>
        <p:nvSpPr>
          <p:cNvPr id="183" name="Google Shape;183;p22"/>
          <p:cNvSpPr txBox="1">
            <a:spLocks noGrp="1"/>
          </p:cNvSpPr>
          <p:nvPr>
            <p:ph type="subTitle" idx="1"/>
          </p:nvPr>
        </p:nvSpPr>
        <p:spPr>
          <a:xfrm>
            <a:off x="2259750" y="248700"/>
            <a:ext cx="5233800" cy="389700"/>
          </a:xfrm>
          <a:prstGeom prst="rect">
            <a:avLst/>
          </a:prstGeom>
        </p:spPr>
        <p:txBody>
          <a:bodyPr spcFirstLastPara="1" wrap="square" lIns="91425" tIns="91425" rIns="91425" bIns="91425" anchor="t" anchorCtr="0">
            <a:noAutofit/>
          </a:bodyPr>
          <a:lstStyle/>
          <a:p>
            <a:pPr marL="0" lvl="0" indent="0" algn="ctr" rtl="0">
              <a:lnSpc>
                <a:spcPct val="90000"/>
              </a:lnSpc>
              <a:spcBef>
                <a:spcPts val="0"/>
              </a:spcBef>
              <a:spcAft>
                <a:spcPts val="0"/>
              </a:spcAft>
              <a:buSzPts val="358"/>
              <a:buNone/>
            </a:pPr>
            <a:r>
              <a:rPr lang="en-GB" sz="1729" b="1">
                <a:solidFill>
                  <a:srgbClr val="000000"/>
                </a:solidFill>
                <a:latin typeface="Georgia"/>
                <a:ea typeface="Georgia"/>
                <a:cs typeface="Georgia"/>
                <a:sym typeface="Georgia"/>
              </a:rPr>
              <a:t>Findings, Summaries &amp; Recommendations</a:t>
            </a:r>
            <a:endParaRPr sz="820" b="1">
              <a:latin typeface="Georgia"/>
              <a:ea typeface="Georgia"/>
              <a:cs typeface="Georgia"/>
              <a:sym typeface="Georgia"/>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A4C2F4"/>
        </a:solidFill>
        <a:effectLst/>
      </p:bgPr>
    </p:bg>
    <p:spTree>
      <p:nvGrpSpPr>
        <p:cNvPr id="1" name="Shape 187"/>
        <p:cNvGrpSpPr/>
        <p:nvPr/>
      </p:nvGrpSpPr>
      <p:grpSpPr>
        <a:xfrm>
          <a:off x="0" y="0"/>
          <a:ext cx="0" cy="0"/>
          <a:chOff x="0" y="0"/>
          <a:chExt cx="0" cy="0"/>
        </a:xfrm>
      </p:grpSpPr>
      <p:sp>
        <p:nvSpPr>
          <p:cNvPr id="188" name="Google Shape;188;p23"/>
          <p:cNvSpPr txBox="1">
            <a:spLocks noGrp="1"/>
          </p:cNvSpPr>
          <p:nvPr>
            <p:ph type="subTitle" idx="1"/>
          </p:nvPr>
        </p:nvSpPr>
        <p:spPr>
          <a:xfrm>
            <a:off x="1751050" y="1508700"/>
            <a:ext cx="5867100" cy="2872800"/>
          </a:xfrm>
          <a:prstGeom prst="rect">
            <a:avLst/>
          </a:prstGeom>
        </p:spPr>
        <p:txBody>
          <a:bodyPr spcFirstLastPara="1" wrap="square" lIns="91425" tIns="91425" rIns="91425" bIns="91425" anchor="t" anchorCtr="0">
            <a:normAutofit fontScale="92500"/>
          </a:bodyPr>
          <a:lstStyle/>
          <a:p>
            <a:pPr marL="0" lvl="0" indent="0" algn="l" rtl="0">
              <a:lnSpc>
                <a:spcPct val="115000"/>
              </a:lnSpc>
              <a:spcBef>
                <a:spcPts val="1200"/>
              </a:spcBef>
              <a:spcAft>
                <a:spcPts val="0"/>
              </a:spcAft>
              <a:buNone/>
            </a:pPr>
            <a:r>
              <a:rPr lang="en-GB" sz="9816" b="1">
                <a:solidFill>
                  <a:srgbClr val="0000FF"/>
                </a:solidFill>
                <a:latin typeface="Pacifico"/>
                <a:ea typeface="Pacifico"/>
                <a:cs typeface="Pacifico"/>
                <a:sym typeface="Pacifico"/>
              </a:rPr>
              <a:t>Thank you!</a:t>
            </a:r>
            <a:endParaRPr sz="9816">
              <a:solidFill>
                <a:srgbClr val="0000FF"/>
              </a:solidFill>
              <a:latin typeface="Pacifico"/>
              <a:ea typeface="Pacifico"/>
              <a:cs typeface="Pacifico"/>
              <a:sym typeface="Pacifico"/>
            </a:endParaRPr>
          </a:p>
          <a:p>
            <a:pPr marL="0" lvl="0" indent="0" algn="l" rtl="0">
              <a:lnSpc>
                <a:spcPct val="115000"/>
              </a:lnSpc>
              <a:spcBef>
                <a:spcPts val="1200"/>
              </a:spcBef>
              <a:spcAft>
                <a:spcPts val="0"/>
              </a:spcAft>
              <a:buNone/>
            </a:pPr>
            <a:endParaRPr sz="3200">
              <a:solidFill>
                <a:srgbClr val="000000"/>
              </a:solidFill>
              <a:latin typeface="Arial"/>
              <a:ea typeface="Arial"/>
              <a:cs typeface="Arial"/>
              <a:sym typeface="Arial"/>
            </a:endParaRPr>
          </a:p>
          <a:p>
            <a:pPr marL="0" lvl="0" indent="0" algn="ctr" rtl="0">
              <a:spcBef>
                <a:spcPts val="0"/>
              </a:spcBef>
              <a:spcAft>
                <a:spcPts val="0"/>
              </a:spcAft>
              <a:buNone/>
            </a:pPr>
            <a:endParaRPr/>
          </a:p>
        </p:txBody>
      </p:sp>
    </p:spTree>
  </p:cSld>
  <p:clrMapOvr>
    <a:masterClrMapping/>
  </p:clrMapOvr>
</p:sld>
</file>

<file path=ppt/theme/theme1.xml><?xml version="1.0" encoding="utf-8"?>
<a:theme xmlns:a="http://schemas.openxmlformats.org/drawingml/2006/main" name="Shift">
  <a:themeElements>
    <a:clrScheme name="Shift">
      <a:dk1>
        <a:srgbClr val="FFFFFF"/>
      </a:dk1>
      <a:lt1>
        <a:srgbClr val="AF7B51"/>
      </a:lt1>
      <a:dk2>
        <a:srgbClr val="233A44"/>
      </a:dk2>
      <a:lt2>
        <a:srgbClr val="D9D9D9"/>
      </a:lt2>
      <a:accent1>
        <a:srgbClr val="00796B"/>
      </a:accent1>
      <a:accent2>
        <a:srgbClr val="D9563F"/>
      </a:accent2>
      <a:accent3>
        <a:srgbClr val="C4A15A"/>
      </a:accent3>
      <a:accent4>
        <a:srgbClr val="14F597"/>
      </a:accent4>
      <a:accent5>
        <a:srgbClr val="3D4594"/>
      </a:accent5>
      <a:accent6>
        <a:srgbClr val="163EF5"/>
      </a:accent6>
      <a:hlink>
        <a:srgbClr val="3D4594"/>
      </a:hlink>
      <a:folHlink>
        <a:srgbClr val="3D459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581</Words>
  <Application>Microsoft Office PowerPoint</Application>
  <PresentationFormat>On-screen Show (16:9)</PresentationFormat>
  <Paragraphs>78</Paragraphs>
  <Slides>11</Slides>
  <Notes>11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Georgia</vt:lpstr>
      <vt:lpstr>Calibri</vt:lpstr>
      <vt:lpstr>Arial</vt:lpstr>
      <vt:lpstr>Nunito</vt:lpstr>
      <vt:lpstr>Pacifico</vt:lpstr>
      <vt:lpstr>Shift</vt:lpstr>
      <vt:lpstr>Cancer Patient In UAE Data Analysis Project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Cancer Patient In UAE Data Analysis Project </dc:title>
  <dc:creator>DELL</dc:creator>
  <cp:lastModifiedBy>DELL</cp:lastModifiedBy>
  <cp:revision>1</cp:revision>
  <dcterms:modified xsi:type="dcterms:W3CDTF">2025-05-03T11:30:21Z</dcterms:modified>
</cp:coreProperties>
</file>